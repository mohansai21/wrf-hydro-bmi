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Times New Roman"/>
              </a:defRPr>
            </a:pPr>
            <a:r>
              <a:t>Weekly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0F2F5"/>
                </a:solidFill>
                <a:latin typeface="Times New Roman"/>
              </a:defRPr>
            </a:pPr>
            <a:r>
              <a:t>February 20,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0F2F5"/>
                </a:solidFill>
                <a:latin typeface="Times New Roman"/>
              </a:defRPr>
            </a:pPr>
            <a:r>
              <a:t>Mohansai Sathram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0F2F5"/>
                </a:solidFill>
                <a:latin typeface="Times New Roman"/>
              </a:defRPr>
            </a:pPr>
            <a:r>
              <a:t>Dr. Yao Hu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Last Week Summary (Feb 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/>
              </a:defRPr>
            </a:pPr>
            <a:r>
              <a:t>WRF-Hydro v5.4.0 Compiled &amp;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WRF-Hydro = Weather Research &amp; Forecasting
  Hydrological modeling system by NCAR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Test case: Croton, New York (Hurricane Irene 2011)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6-hour simulation completed successfully (39 output files)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/>
              </a:defRPr>
            </a:pPr>
            <a:r>
              <a:t>BMI Heat Example: Built &amp;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BMI = Basic Model Interface (standard API
  for model coupling, by CSDMS)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CSDMS = Community Surface Dynamics
  Modeling System (University of Colorado)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49 out of 49 automated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9260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/>
              </a:defRPr>
            </a:pPr>
            <a:r>
              <a:t>WRF-Hydro Internals Analyzed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Identified IRF subroutines (Initialize-Run-Finalize)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IRF = the pattern of splitting a model into:
  initialize(), run_one_step(), finalize()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Mapped 8 key output + 2 input variables
  to CSDMS Standard Names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CSDMS Standard Names = universal variable
  naming convention for model coupling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9260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A1B9A"/>
                </a:solidFill>
                <a:latin typeface="Times New Roman"/>
              </a:defRPr>
            </a:pPr>
            <a:r>
              <a:t>Documentation &amp;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375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Created 8 detailed technical guides covering
  BMI, CSDMS naming, Babelizer, PyMT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Created Master Implementation Plan
  (6 phases, 1,115 lines, full roadmap)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Studied SCHISM's BMI approach (how SCHISM
  enables BMI in its source code)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PyMT = Python Modeling Toolkit (framework
  that runs coupled models together)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This Week: Key Topics (Feb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  <a:latin typeface="Times New Roman"/>
              </a:defRPr>
            </a:pPr>
            <a:r>
              <a:t>Three main areas of investigation and progress this week: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0020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A56DB"/>
                </a:solidFill>
                <a:latin typeface="Times New Roman"/>
              </a:defRPr>
            </a:pPr>
            <a:r>
              <a:t>SCHISM's BMI</a:t>
            </a:r>
            <a:br/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/>
              </a:defRPr>
            </a:pPr>
            <a:r>
              <a:t>How SCHISM enables BMI</a:t>
            </a:r>
            <a:br/>
            <a:r>
              <a:t>using preprocessor flags</a:t>
            </a:r>
            <a:br/>
            <a:r>
              <a:t>directly in its 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/>
              </a:defRPr>
            </a:pPr>
            <a:r>
              <a:t>Slides 4-6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600200"/>
            <a:ext cx="502920" cy="502920"/>
          </a:xfrm>
          <a:prstGeom prst="ellipse">
            <a:avLst/>
          </a:prstGeom>
          <a:solidFill>
            <a:srgbClr val="C6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C65D07"/>
                </a:solidFill>
                <a:latin typeface="Times New Roman"/>
              </a:defRPr>
            </a:pPr>
            <a:r>
              <a:t>WRF-Hydro:</a:t>
            </a:r>
            <a:br/>
            <a:r>
              <a:t>Why Different?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/>
              </a:defRPr>
            </a:pPr>
            <a:r>
              <a:t>Why the same approach</a:t>
            </a:r>
            <a:br/>
            <a:r>
              <a:t>will not work for WRF-Hydro</a:t>
            </a:r>
            <a:br/>
            <a:r>
              <a:t>and what we will do instead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/>
              </a:defRPr>
            </a:pPr>
            <a:r>
              <a:t>Slides 7-9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600200"/>
            <a:ext cx="502920" cy="502920"/>
          </a:xfrm>
          <a:prstGeom prst="ellipse">
            <a:avLst/>
          </a:prstGeom>
          <a:solidFill>
            <a:srgbClr val="0D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D7C3E"/>
                </a:solidFill>
                <a:latin typeface="Times New Roman"/>
              </a:defRPr>
            </a:pPr>
            <a:r>
              <a:t>BMI Template &amp;</a:t>
            </a:r>
            <a:br/>
            <a:r>
              <a:t>Heat Model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/>
              </a:defRPr>
            </a:pPr>
            <a:r>
              <a:t>The Fortran BMI template</a:t>
            </a:r>
            <a:br/>
            <a:r>
              <a:t>and how the Heat model</a:t>
            </a:r>
            <a:br/>
            <a:r>
              <a:t>example demonstrates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/>
              </a:defRPr>
            </a:pPr>
            <a:r>
              <a:t>Slides 10-14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Background: What is BMI?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BMI = Basic Model Interface — A standardized set of functions that any model must implement to be coupled with other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BMI in Plain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BMI (Basic Model Interface) is a standard API
  published by CSDMS (University of Colorado Boulder)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It defines 41 functions every model must have,
  such as: initialize, update, finalize, get_value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Purpose: allow any two models to exchange data
  without knowing each other's internal code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Think of it like a universal adapter: any model
  that implements BMI can plug into any other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Written in Fortran, C, C++, or Python — each
  language has its own BMI specification library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The model's internal code stays untouched;
  BMI is a wrapper layer on top of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The 41 BMI Functions (6 Categories)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1554480"/>
          <a:ext cx="3657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Functions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initialize, update, finalize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Model Info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component_name, var_names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Variable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var_type, var_units, var_grid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current_time, time_step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Get/Set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get_value, set_value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Grid Info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grid_type, grid_shape, x/y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55555"/>
                </a:solidFill>
                <a:latin typeface="Times New Roman"/>
              </a:defRPr>
            </a:pPr>
            <a:r>
              <a:t>Every function returns a status code:</a:t>
            </a:r>
            <a:br/>
            <a:r>
              <a:t>0 = BMI_SUCCESS, 1 = BMI_FAILURE</a:t>
            </a:r>
            <a:br/>
            <a:r>
              <a:t>Output is always through function parameters,</a:t>
            </a:r>
            <a:br/>
            <a:r>
              <a:t>not return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SCHISM's BMI Approach: Inline Preprocessor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SCHISM = Semi-implicit Cross-scale Hydroscience Integrated System Model (ocean/coastal circulation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/>
              </a:defRPr>
            </a:pPr>
            <a:r>
              <a:t>Key Finding: SCHISM does NOT have a separate BMI wrapper file. Instead, it enables BMI</a:t>
            </a:r>
            <a:br/>
            <a:r>
              <a:t>by adding conditional code blocks (#ifdef USE_NWM_BMI) directly inside its own source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41148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#ifdef = "if defined" — a Fortran/C preprocessor
  directive that includes or excludes code at
  compile time (before the code is even compiled)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USE_NWM_BMI = a flag name (NWM stands for
  National Water Model, NOAA's operational
  hydrological model that uses WRF-Hydro)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When flag is OFF: code inside #ifdef is skipped
  entirely — SCHISM runs as standalone model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When flag is ON: extra coupling code activates,
  allowing SCHISM to receive/send data via BMI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74519"/>
            <a:ext cx="40233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Files with #ifdef USE_NWM_BMI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2286000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Source File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Blocks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schism_init.F90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Validates source/sink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schism_step.F90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Receives/sends coupling data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misc_subs.F90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Adjusts boundary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Only 5 small code blocks!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7760" y="37490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Times New Roman"/>
              </a:defRPr>
            </a:pPr>
            <a:r>
              <a:t>Example from schism_init.F90: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977639"/>
            <a:ext cx="3657600" cy="82296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4050791"/>
            <a:ext cx="34381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#ifdef USE_NWM_BMI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if(if_source==0) then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call parallel_abort('needs if_source&gt;0')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endif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#endif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Why This Approach Works for SCHISM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SCHISM's architecture is simple enough for inline preprocessor flags to be manageable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56DB"/>
                </a:solidFill>
                <a:latin typeface="Times New Roman"/>
              </a:defRPr>
            </a:pPr>
            <a:r>
              <a:t>Simple Call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SCHISM's main program calls just 3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functions in sequence: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1. schism_init()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2. schism_step() [in a loop]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3. schism_finalize()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This is already the Initialize-Run-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Finalize (IRF) pattern that BMI needs.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No restructuring was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7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D7C3E"/>
                </a:solidFill>
                <a:latin typeface="Times New Roman"/>
              </a:defRPr>
            </a:pPr>
            <a:r>
              <a:t>Single Grid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7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SCHISM uses ONE grid throughout: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an unstructured triangular mesh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for the entire ocean domain.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Every BMI grid function (get_grid_type,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get_grid_size, etc.) has exactly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one answer — no branching needed.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This keeps the #ifdef blocks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very small and simple.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696B"/>
                </a:solidFill>
                <a:latin typeface="Times New Roman"/>
              </a:defRPr>
            </a:pPr>
            <a:r>
              <a:t>Shallow Nesting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The driver (schism_driver.F90) is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only 180 lines, 3 levels deep: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main -&gt; schism_step -&gt; physics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#ifdef blocks at level 2 are easy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to read and maintain.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Total files modified: only 3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Total #ifdef blocks: only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7999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7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A1B9A"/>
                </a:solidFill>
                <a:latin typeface="Times New Roman"/>
              </a:defRPr>
            </a:pPr>
            <a:r>
              <a:t>Coupling Hooks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SCHISM's #ifdef blocks are NOT 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full 41-function BMI implementation.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They only add data exchange hooks: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- Receive river discharge input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  - Send water elevation output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This is much simpler than 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complete BMI wrapper — just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/>
              </a:defRPr>
            </a:pPr>
            <a:r>
              <a:t>a few lines per #ifdef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WRF-Hydro: Can We Use the Same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WRF-Hydro = Weather Research and Forecasting model - Hydrological extension (by NCAR = National Center for Atmospheric Research)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5221F"/>
                </a:solidFill>
                <a:latin typeface="Times New Roman"/>
              </a:defRPr>
            </a:pPr>
            <a:r>
              <a:t>Answer: No. WRF-Hydro's architecture is fundamentally more complex than SCHISM's.</a:t>
            </a:r>
            <a:br/>
            <a:r>
              <a:t>Inline #ifdef flags would require modifying 10+ source files and create unmaintainable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/>
              </a:defRPr>
            </a:pPr>
            <a:r>
              <a:t>Side-by-Side Comparison: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40280"/>
          <a:ext cx="8229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SCHISM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WRF-Hydro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Call stack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 levels (simple)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 levels (deeply nested)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Main driver size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180 lines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2,869 lines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Number of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(triangular mesh)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 (1km + 250m + channel 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~50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235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Time loop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Already init/step/finalize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Integrated loop, 5 physics phases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Physics phases per 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ocean 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 sequential phases with dependencies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/>
              </a:defRPr>
            </a:pPr>
            <a:r>
              <a:t>Key Difference: SCHISM already had init/step/finalize separation. WRF-Hydro does not — its time</a:t>
            </a:r>
            <a:br/>
            <a:r>
              <a:t>loop mixes initialization, forcing, land surface, routing, and output into one large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WRF-Hydro: Complex Internal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Each timestep runs 5 sequential physics phases, and the model uses 3 different computational grids simultaneously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57200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/>
              </a:defRPr>
            </a:pPr>
            <a:r>
              <a:t>5 Physics Phases Per Timestep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56DB"/>
                </a:solidFill>
                <a:latin typeface="Times New Roman"/>
              </a:defRPr>
            </a:pPr>
            <a:r>
              <a:t>Phase 1: Read Forcing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/>
              </a:defRPr>
            </a:pPr>
            <a:r>
              <a:t>Reads atmospheric inputs — rainfall, temperature,</a:t>
            </a:r>
            <a:br/>
            <a:r>
              <a:t>wind, humidity, radiation from input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470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D7C3E"/>
                </a:solidFill>
                <a:latin typeface="Times New Roman"/>
              </a:defRPr>
            </a:pPr>
            <a:r>
              <a:t>Phase 2: NoahMP Land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214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/>
              </a:defRPr>
            </a:pPr>
            <a:r>
              <a:t>Computes soil moisture, evapotranspiration, snow</a:t>
            </a:r>
            <a:br/>
            <a:r>
              <a:t>processes, vegetation dynamics on 1 km grid</a:t>
            </a:r>
            <a:br/>
            <a:r>
              <a:t>(NoahMP = Noah Multi-Physics land surface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054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696B"/>
                </a:solidFill>
                <a:latin typeface="Times New Roman"/>
              </a:defRPr>
            </a:pPr>
            <a:r>
              <a:t>Phase 3: Groundwater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7977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/>
              </a:defRPr>
            </a:pPr>
            <a:r>
              <a:t>Water table coupling between soil column and</a:t>
            </a:r>
            <a:br/>
            <a:r>
              <a:t>aquifer using WTABLE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638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38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5D07"/>
                </a:solidFill>
                <a:latin typeface="Times New Roman"/>
              </a:defRPr>
            </a:pPr>
            <a:r>
              <a:t>Phase 4: Hydrologic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3814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/>
              </a:defRPr>
            </a:pPr>
            <a:r>
              <a:t>Subsurface flow + overland flow on 250 m grid,</a:t>
            </a:r>
            <a:br/>
            <a:r>
              <a:t>then channel routing through river network</a:t>
            </a:r>
            <a:br/>
            <a:r>
              <a:t>(this is HYDRO_exe() — 5 levels deep!)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221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A1B9A"/>
                </a:solidFill>
                <a:latin typeface="Times New Roman"/>
              </a:defRPr>
            </a:pPr>
            <a:r>
              <a:t>Phase 5: Write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965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/>
              </a:defRPr>
            </a:pPr>
            <a:r>
              <a:t>Saves results to NetCDF files: streamflow,</a:t>
            </a:r>
            <a:br/>
            <a:r>
              <a:t>soil moisture, surface water depth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05156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097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/>
              </a:defRPr>
            </a:pPr>
            <a:r>
              <a:t>3 Simultaneous Grids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463040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150876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56DB"/>
                </a:solidFill>
                <a:latin typeface="Times New Roman"/>
              </a:defRPr>
            </a:pPr>
            <a:r>
              <a:t>Grid 0: LSM Grid (1 km)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Uniform rectilinear grid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Variables: soil moisture, snow depth,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evapotranspiration, air temperature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Used by: NoahMP land surface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606040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65176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D7C3E"/>
                </a:solidFill>
                <a:latin typeface="Times New Roman"/>
              </a:defRPr>
            </a:pPr>
            <a:r>
              <a:t>Grid 1: Routing Grid (250 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880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Uniform rectilinear grid (4x finer)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Variables: surface water depth,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subsurface flow, overland flow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Used by: terrain routing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3749039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3794759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5D07"/>
                </a:solidFill>
                <a:latin typeface="Times New Roman"/>
              </a:defRPr>
            </a:pPr>
            <a:r>
              <a:t>Grid 2: Channel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02335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Unstructured/vector (river reaches)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Variables: streamflow (discharge),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channel coordinates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Used by: Muskingum-Cunge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Our Solution: A Separate Non-Invasive BMI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We will write bmi_wrf_hydro.f90 — a single Fortran file that wraps WRF-Hydro without modifying any of its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/>
              </a:defRPr>
            </a:pPr>
            <a:r>
              <a:t>Architecture Overview: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99032"/>
            <a:ext cx="4809744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[External Caller: PyMT / Python / Jupyter]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bmi_initialize("config.yaml")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bmi_update()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bmi_get_value("streamflow", data)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bmi_finalize()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|    bmi_wrf_hydro.f90  (OUR WRAPPER)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|    - 41 BMI functions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|    - Variable name mapping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|    - Grid info lookup table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Calls WRF-Hydro subroutines: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- HYDRO_ini() / HYDRO_exe()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- land_driver_ini() / _exe()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[WRF-Hydro Source Code -- UNTOUCHED]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051560"/>
            <a:ext cx="32918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/>
              </a:defRPr>
            </a:pPr>
            <a:r>
              <a:t>Why Separate Wrapper Is Better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1417320"/>
          <a:ext cx="30175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Non-invasive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Zero changes to WRF-Hydro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Single file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~800 lines vs 10+ modified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Test wrapper independently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Maintainable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Update WRF-Hydro easily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Full 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All 41 functions, 3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Same pattern as BMI examples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/>
              </a:defRPr>
            </a:pPr>
            <a:r>
              <a:t>IRF Mapping:  initialize() → HYDRO_ini() + land_driver_ini()  |  update() → land_driver_exe()  |  finalize() → HYDRO_finish()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BMI Fortran Template: The Abstract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bmi.f90 — 564 lines that define the contract every BMI-compliant model must fulfill (like an interface specification)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What is bmi.f90?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An abstract type definition in Fortran 2003 — it declares
  53 procedures but provides NO implementation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Any model that wants BMI must "extend" this type
  and provide its own implementation of each function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Published by CSDMS as the bmif_2_0 module
  (BMI version 2.0, Hutton et al. 2020)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Installed via conda: bmi-fortran package provides
  the compiled module and library (libbmif.so)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Key Constants Defined in bmi.f90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554480"/>
            <a:ext cx="3657600" cy="13716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627632"/>
            <a:ext cx="343814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Status codes returned by every BMI function: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BMI_SUCCESS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BMI_FAILURE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Maximum string lengths for names: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BMI_MAX_COMPONENT_NAME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BMI_MAX_VAR_NAME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BMI_MAX_TYPE_NAME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integer, parameter :: BMI_MAX_UNITS_NAME = 2048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84124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/>
              </a:defRPr>
            </a:pPr>
            <a:r>
              <a:t>How Extending Works (Type Inheritance in Fortran):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4023360" cy="10972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730752"/>
            <a:ext cx="38039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bmi.f90 declares (abstract - no code):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type, abstract :: bmi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procedure(bmif_initialize), deferred :: 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procedure(bmif_update), deferred :: 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procedure(bmif_finalize), deferred :: finalize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... 50 more deferred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657600"/>
            <a:ext cx="4023360" cy="10972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3730752"/>
            <a:ext cx="38039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Our wrapper EXTENDS it (provides code):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type, extends(bmi) :: bmi_wrf_hydro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private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embed WRF-Hydro model state here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 :: initialize =&gt; wrfhydro_init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 :: update =&gt; wrfhydro_update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procedure :: finalize =&gt; wrfhydro_finalize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... implement all 53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BMI Heat Model Example: The Physics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heat.f90 — A simple 2D heat diffusion model (158 lines). This is the model that gets wrapped by BMI, just like WRF-Hydro will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What Does the Heat Model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Simulates heat spreading across a 2D metal plate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Top edge is held at a fixed hot temperature (like
  a boundary condition in hydrology)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Heat gradually diffuses to neighboring cells using
  the 2D heat equation (finite difference method)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/>
              </a:rPr>
              <a:t>Each timestep: new_temp = weighted average of 4
  neighboring cells (a 5-point stencil computation)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Times New Roman"/>
              </a:defRPr>
            </a:pPr>
            <a:r>
              <a:t>Model State Variables (stored in heat_model type):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931920" cy="15544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73552"/>
            <a:ext cx="371246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type :: heat_model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integer :: n_x = 0    ! Grid columns (width)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integer :: n_y = 0    ! Grid rows (height)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real :: dt = 0.       ! Time step (seconds)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real :: t  = 0.       ! Current simulation 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real :: t_end = 0.    ! End time of simulation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real :: alpha = 0.    ! Thermal diffusivity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Main state variable (2D temperature field):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real, pointer :: temperature(:,:) =&gt; null()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402336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7C3E"/>
                </a:solidFill>
                <a:latin typeface="Times New Roman"/>
              </a:defRPr>
            </a:pPr>
            <a:r>
              <a:t>3 Model Subroutines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554480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8191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56DB"/>
                </a:solidFill>
                <a:latin typeface="Consolas"/>
              </a:defRPr>
            </a:pPr>
            <a:r>
              <a:t>initialize_from_file(model, filename)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7830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Reads 4 values from config file: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alpha (diffusivity), t_end (end time),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n_x (columns), n_y (rows).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Allocates the temperature grid.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Sets initial condition (top row = hot).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651760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67919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D7C3E"/>
                </a:solidFill>
                <a:latin typeface="Consolas"/>
              </a:defRPr>
            </a:pPr>
            <a:r>
              <a:t>advance_in_time(model)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880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Runs ONE timestep of heat diffusion: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For each interior cell, computes new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temperature as weighted average of its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4 neighbors. Copies result back.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Increments time by dt.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749039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9525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776471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5221F"/>
                </a:solidFill>
                <a:latin typeface="Consolas"/>
              </a:defRPr>
            </a:pPr>
            <a:r>
              <a:t>cleanup(model)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9776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Deallocates the temperature arrays.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Frees all memory used by the model.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/>
              </a:defRPr>
            </a:pPr>
            <a:r>
              <a:t>Called at the end of the simulation.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977639"/>
            <a:ext cx="3749039" cy="77724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00507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696B"/>
                </a:solidFill>
                <a:latin typeface="Times New Roman"/>
              </a:defRPr>
            </a:pPr>
            <a:r>
              <a:t>Hydrology Analogy: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06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/>
              </a:defRPr>
            </a:pPr>
            <a:r>
              <a:t>This simple model is to bmi_heat.f90 what WRF-Hydro</a:t>
            </a:r>
            <a:br/>
            <a:r>
              <a:t>is to our bmi_wrf_hydro.f90 — the underlying physics</a:t>
            </a:r>
            <a:br/>
            <a:r>
              <a:t>engine that the BMI wrapper calls into.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bmi_heat.f90: The BMI Wrapper (935 Lines)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This file is our blueprint. Every pattern here will be reused when writing bmi_wrf_hydro.f90.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/>
              </a:defRPr>
            </a:pPr>
            <a:r>
              <a:t>Pattern 1: Type Extension (Embed the Model)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931920" cy="14173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371246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module bmiheatf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use heatf          ! Import heat model module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use bmif_2_0       ! Import BMI specification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use, intrinsic :: iso_c_binding  ! For pointers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type, extends(bmi) :: bmi_heat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private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type(heat_model) :: model  ! Embed model instance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procedure :: initialize =&gt; heat_initialize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procedure :: update =&gt; heat_update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! ... maps all 53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end type bmi_heat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/>
              </a:defRPr>
            </a:pPr>
            <a:r>
              <a:t>Pattern 2: Variable Name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17320"/>
            <a:ext cx="3840480" cy="14173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490472"/>
            <a:ext cx="362102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Every variable-info function uses this: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function heat_var_type(self, name, type)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type = "real"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case default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type = "-"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bmi_status = BMI_FAILURE  ! Unknown var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08960"/>
            <a:ext cx="411480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/>
              </a:defRPr>
            </a:pPr>
            <a:r>
              <a:t>Pattern 3: get_value (Copy + Flatten to 1D)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3931920" cy="13258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02152"/>
            <a:ext cx="37124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BMI requires all arrays as 1D (flattened):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function heat_get_double(self, name, dest)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! Flatten 2D grid -&gt; 1D array: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dest = reshape(self%model%temperature,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[self%model%n_y * self%model%n_x])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108960"/>
            <a:ext cx="402336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154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A1B9A"/>
                </a:solidFill>
                <a:latin typeface="Times New Roman"/>
              </a:defRPr>
            </a:pPr>
            <a:r>
              <a:t>Pattern 4: Control Functions (IRF)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429000"/>
            <a:ext cx="3840480" cy="13258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3502152"/>
            <a:ext cx="362102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Initialize: delegate to model's own 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function heat_initialize(self, config_file)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initialize_from_file(self%model,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                      config_file)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Update: advance by exactly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function heat_update(self)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advance_in_time(self%model)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function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BMI Driver Program &amp; Data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bmi_main.f90 (65 lines) — Shows how an external program uses BMI to control the model. The caller owns the time loop, not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/>
              </a:defRPr>
            </a:pPr>
            <a:r>
              <a:t>BMI Driver: The Caller Controls Everything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931920" cy="32918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3712464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program bmi_main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use bmiheatf          ! Import the BMI wrapper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type(bmi_heat) :: m   ! Create model instance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! Step 1: INITIALIZE (read config, allocate)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m%initialize("config.cfg")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! Step 2: QUERY MODEL INFO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m%get_component_name(name)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m%get_start_time(time)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m%get_end_time(end_time)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m%get_time_step(dt)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! Step 3: TIME LOOP (caller controls it!)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do while (current_time &lt; 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! Read data OUT of the model: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status = m%get_value(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    "plate_surface__temperature", temp)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print *, "Temperature:", temp(1:5)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! Advance model by one timestep: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status = m%update()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  status = m%get_current_time(current_time)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end do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! Step 4: CLEAN UP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  status = m%finalize()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/>
              </a:defRPr>
            </a:pPr>
            <a:r>
              <a:t>end 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143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/>
              </a:defRPr>
            </a:pPr>
            <a:r>
              <a:t>How Two Models Exchange Data via BMI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17320"/>
            <a:ext cx="3840480" cy="16002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490472"/>
            <a:ext cx="362102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! Future: WRF-Hydro + SCHISM coupling loop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do while (time &lt; 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Run WRF-Hydro for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wrfhydro%update()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Get river discharge from WRF-Hydro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wrfhydro%get_value(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"channel_water__volume_flow_rate", Q)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Feed discharge into SCHISM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schism%set_value(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    "channel_water__volume_flow_rate", Q)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! Run SCHISM for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  call schism%update()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/>
              </a:defRPr>
            </a:pPr>
            <a:r>
              <a:t>end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91840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/>
              </a:defRPr>
            </a:pPr>
            <a:r>
              <a:t>Key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6118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/>
              </a:rPr>
              <a:t>The caller owns the time loop — models do not
  run themselves; they are stepped externally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/>
              </a:rPr>
              <a:t>All data access is through get_value/set_value
  using CSDMS Standard Names (not internal names)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/>
              </a:rPr>
              <a:t>Config file is the only argument to initialize() —
  all model settings are read from that file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/>
              </a:rPr>
              <a:t>Every BMI call returns a status code (0 or 1) —
  production code should always check these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Applying the BMI Heat Pattern to WRF-Hydro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/>
              </a:defRPr>
            </a:pPr>
            <a:r>
              <a:t>Mapping every pattern from bmi_heat.f90 to our bmi_wrf_hydro.f90 — same structure, different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/>
              </a:defRPr>
            </a:pPr>
            <a:r>
              <a:t>Pattern-by-Pattern Mapping: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84124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  <a:gridCol w="33832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BMI Pattern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Heat Model (Template)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WRF-Hydro (Our Wrapper)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bmiheatf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bmiwrfhydrof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Embedded model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type(heat_model) :: model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WRF-Hydro state variables (RT_FIELD)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initialize()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initialize_from_file()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HYDRO_ini() + land_driver_ini()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update()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advance_in_time()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land_driver_exe() (all 5 phases)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finalize()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cleanup()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HYDRO_finish() + close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Grid 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uniform_rectilinear (nx * ny)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km LSM grid (ix * jx)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temperature (1 variable)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streamflow, soil moisture, snow... (8+)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Name mapping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plate_surface__temperature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channel_water__volume_flow_rate, etc.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Times New Roman"/>
              </a:defRPr>
            </a:pPr>
            <a:r>
              <a:t>CSDMS Standard Names Mapping for WRF-Hydro (our initial 8 variables):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34340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  <a:gridCol w="137160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Internal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CSDMS Standard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QLINK(:,1)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channel_water__volume_flow_rate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m³/s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Channel (#2)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sfcheadrt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land_surface_water__depth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Routing (#1)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SOIL_M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soil_water__volume_fraction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dimensionless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LSM (#0)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SNEQV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snowpack__liquid-equivalent_depth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LSM (#0)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/>
              </a:defRPr>
            </a:pPr>
            <a:r>
              <a:t>Next Steps: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7C3E"/>
                </a:solidFill>
                <a:latin typeface="Times New Roman"/>
              </a:defRPr>
            </a:pPr>
            <a:r>
              <a:t>Completed (Phase 1a)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Studied BMI specification (bmi.f90, 41 functions)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Built and tested BMI Heat example (49/49 tests pass)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Compiled WRF-Hydro v5.4.0 successfully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Ran Croton, NY test case (6-hour Hurricane Irene)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Analyzed WRF-Hydro call stack and IRF subroutines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Studied SCHISM's BMI approach (#ifdef pattern)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Mapped 8 WRF-Hydro variables to CSDMS names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Created Master Implementation Plan (1,115 lines)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/>
              </a:rPr>
              <a:t>Created 8 detailed technical reference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4023360" cy="21945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270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65D07"/>
                </a:solidFill>
                <a:latin typeface="Times New Roman"/>
              </a:defRPr>
            </a:pPr>
            <a:r>
              <a:t>Immediate Next (Phase 1b)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716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/>
              </a:rPr>
              <a:t>Refactor WRF-Hydro time loop into IRF pattern
  (separate init, one-step, finalize)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/>
              </a:rPr>
              <a:t>Write bmi_wrf_hydro.f90 with all 41 functions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/>
              </a:rPr>
              <a:t>Compile as shared library (libwrfhydro_bmi.so)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/>
              </a:rPr>
              <a:t>Write Fortran test driver to validate BMI output
  against standalone WRF-Hydro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337560"/>
            <a:ext cx="4023360" cy="150876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A1B9A"/>
                </a:solidFill>
                <a:latin typeface="Times New Roman"/>
              </a:defRPr>
            </a:pPr>
            <a:r>
              <a:t>Future Phases (2-4)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703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/>
              </a:rPr>
              <a:t>Babelize both models (Fortran → Python plugins)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/>
              </a:rPr>
              <a:t>Register as PyMT plugins for coupling framework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/>
              </a:rPr>
              <a:t>Write coupling script (WRF-Hydro ↔ SCHISM)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/>
              </a:rPr>
              <a:t>Test compound flooding case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A1A2E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A56DB"/>
                </a:solidFill>
                <a:latin typeface="Times New Roman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56DB"/>
                </a:solidFill>
                <a:latin typeface="Times New Roman"/>
              </a:defRPr>
            </a:pPr>
            <a:r>
              <a:t>SCHISM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Inline #ifdef works because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of simple architecture: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single grid, shallow nesting,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already has IRF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65D07"/>
                </a:solidFill>
                <a:latin typeface="Times New Roman"/>
              </a:defRPr>
            </a:pPr>
            <a:r>
              <a:t>WRF-Hydro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Needs separate wrapper due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to 5-level nesting, 3 grids,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5 physics phases per step,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235 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7C3E"/>
                </a:solidFill>
                <a:latin typeface="Times New Roman"/>
              </a:defRPr>
            </a:pPr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Write bmi_wrf_hydro.f90: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non-invasive, single file,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following bmi_heat.f90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/>
              </a:defRPr>
            </a:pPr>
            <a:r>
              <a:t>template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WRF-Hydro BMI Wrapper Project  |  Mohansai Sathram  |  February 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