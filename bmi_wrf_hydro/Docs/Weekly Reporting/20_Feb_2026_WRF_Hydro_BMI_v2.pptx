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Weekly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February 20,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Mohansai Sathram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Dr. Yao Hu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17145"/>
            <a:ext cx="8309610" cy="5499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Last Week Summary (Feb 13)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WRF-Hydro v5.4.0 Compiled &amp;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WRF-Hydro = Weather Research &amp; Forecasting
  Hydrological modeling system by NCAR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Test case: Croton, New York (Hurricane Irene 2011)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6-hour simulation completed successfully (39 output files)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BMI Heat Example: Built &amp;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BMI = Basic Model Interface (standard API
  for model coupling, by CSDMS)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CSDMS = Community Surface Dynamics
  Modeling System (University of Colorado)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49 out of 49 automated tests passed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" y="292608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9525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WRF-Hydro Internals Analyzed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Identified IRF subroutines (Initialize-Run-Finalize)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IRF = the pattern of splitting a model into:
  initialize(), run_one_step(), finalize()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Mapped 8 key output + 2 input variables
  to CSDMS Standard Names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CSDMS Standard Names = universal variable
  naming convention for model coupling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63440" y="292608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Documentation &amp;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375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Created 8 detailed technical guides covering
  BMI, CSDMS naming, Babelizer, PyMT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Created Master Implementation Plan
  (6 phases, 1,115 lines, full roadmap)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Studied SCHISM's BMI approach (how SCHISM
  enables BMI in its source code)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PyMT = Python Modeling Toolkit (framework
  that runs coupled models together)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This Week: Key Topics (Feb 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Three main areas of investigation and progress this week: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2651760" cy="32004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0020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SCHISM's BMI</a:t>
            </a:r>
            <a:br/>
            <a: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How SCHISM enables BMI</a:t>
            </a:r>
            <a:br/>
            <a:r>
              <a:t>using preprocessor flags</a:t>
            </a:r>
            <a:br/>
            <a:r>
              <a:t>directly in its 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4-6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51760" cy="320040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600200"/>
            <a:ext cx="502920" cy="502920"/>
          </a:xfrm>
          <a:prstGeom prst="ellipse">
            <a:avLst/>
          </a:prstGeom>
          <a:solidFill>
            <a:srgbClr val="C6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WRF-Hydro:</a:t>
            </a:r>
            <a:br/>
            <a:r>
              <a:t>Why Different?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71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Why the same approach</a:t>
            </a:r>
            <a:br/>
            <a:r>
              <a:t>will not work for WRF-Hydro</a:t>
            </a:r>
            <a:br/>
            <a:r>
              <a:t>and what we will do instead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7-9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651760" cy="32004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600200"/>
            <a:ext cx="502920" cy="502920"/>
          </a:xfrm>
          <a:prstGeom prst="ellipse">
            <a:avLst/>
          </a:prstGeom>
          <a:solidFill>
            <a:srgbClr val="0D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BMI Template &amp;</a:t>
            </a:r>
            <a:br/>
            <a:r>
              <a:t>Heat Model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The Fortran BMI template</a:t>
            </a:r>
            <a:br/>
            <a:r>
              <a:t>and how the Heat model</a:t>
            </a:r>
            <a:br/>
            <a:r>
              <a:t>example demonstrates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10-14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Background: What is BMI?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BMI = Basic Model Interface — A standardized set of functions that any model must implement to be coupled with other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BMI in Plain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BMI (Basic Model Interface) is a standard API
  published by CSDMS (University of Colorado Boulder)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It defines 41 functions every model must have,
  such as: initialize, update, finalize, get_value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Purpose: allow any two models to exchange data
  without knowing each other's internal code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Think of it like a universal adapter: any model
  that implements BMI can plug into any other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Written in Fortran, C, C++, or Python — each
  language has its own BMI specification library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The model's internal code stays untouched;
  BMI is a wrapper layer on top of it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2336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The 41 BMI Functions (6 Categories)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0" y="1554480"/>
          <a:ext cx="3657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Key Functions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initialize, update, finalize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Model Info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component_name, var_names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Variable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var_type, var_units, var_grid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current_time, time_step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Get/Set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get_value, set_value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Info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grid_type, grid_shape, x/y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Every function returns a status code:</a:t>
            </a:r>
            <a:br/>
            <a:r>
              <a:t>0 = BMI_SUCCESS, 1 = BMI_FAILURE</a:t>
            </a:r>
            <a:br/>
            <a:r>
              <a:t>Output is always through function parameters,</a:t>
            </a:r>
            <a:br/>
            <a:r>
              <a:t>not return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SCHISM's BMI Approach: Inline Preprocessor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SCHISM = Semi-implicit Cross-scale Hydroscience Integrated System Model (ocean/coastal circulation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8412480" cy="5943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Key Finding: SCHISM does NOT have a separate BMI wrapper file. Instead, it enables BMI</a:t>
            </a:r>
            <a:br/>
            <a:r>
              <a:t>by adding conditional code blocks (#ifdef USE_NWM_BMI) directly inside its own source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74519"/>
            <a:ext cx="411480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#ifdef = "if defined" — a Fortran/C preprocessor
  directive that includes or excludes code at
  compile time (before the code is even compiled)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USE_NWM_BMI = a flag name (NWM stands for
  National Water Model, NOAA's operational
  hydrological model that uses WRF-Hydro)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When flag is OFF: code inside #ifdef is skipped
  entirely — SCHISM runs as standalone model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When flag is ON: extra coupling code activates,
  allowing SCHISM to receive/send data via BMI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1874519"/>
            <a:ext cx="40233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Files with #ifdef USE_NWM_BMI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2286000"/>
          <a:ext cx="3657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"/>
                <a:gridCol w="17373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Source File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Blocks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schism_init.F90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Validates source/sink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schism_step.F90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Receives/sends coupling data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misc_subs.F90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Adjusts boundary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Only 5 small code blocks!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37760" y="37490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Example from schism_init.F90: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977639"/>
            <a:ext cx="3657600" cy="82296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4050791"/>
            <a:ext cx="34381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#ifdef USE_NWM_BMI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if(if_source==0) then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call parallel_abort('needs if_source&gt;0')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endif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#endif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Why This Approach Works for SCHISM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SCHISM's architecture is simple enough for inline preprocessor flags to be manageable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Simple Call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SCHISM's main program calls just 3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functions in sequence: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  1. schism_init()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  2. schism_step() [in a loop]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  3. schism_finalize()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is already the Initialize-Run-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Finalize (IRF) pattern that BMI needs.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No restructuring was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9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7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Single Grid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7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SCHISM uses ONE grid throughout: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an unstructured triangular mesh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for the entire ocean domain.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Every BMI grid function (get_grid_type,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get_grid_size, etc.) has exactly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one answer — no branching needed.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keeps the #ifdef blocks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very small and simple.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270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696B"/>
                </a:solidFill>
                <a:latin typeface="Times New Roman" panose="02020603050405020304"/>
              </a:defRPr>
            </a:pPr>
            <a:r>
              <a:t>Shallow Nesting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The driver (schism_driver.F90) is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only 180 lines, 3 levels deep: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  main -&gt; schism_step -&gt; physics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#ifdef blocks at level 2 are easy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to read and maintain.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Total files modified: only 3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Total #ifdef blocks: only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7999" y="1051560"/>
            <a:ext cx="2011680" cy="384048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7" y="11430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Coupling Hooks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1600200"/>
            <a:ext cx="17922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SCHISM's #ifdef blocks are NOT 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full 41-function BMI implementation.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They only add data exchange hooks: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  - Receive river discharge input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  - Send water elevation output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is much simpler than 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complete BMI wrapper — just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 few lines per #ifdef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WRF-Hydro: Can We Use the Same Approach?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WRF-Hydro = Weather Research and Forecasting model - Hydrological extension (by NCAR = National Center for Atmospheric Research)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8412480" cy="59436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254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5221F"/>
                </a:solidFill>
                <a:latin typeface="Times New Roman" panose="02020603050405020304"/>
              </a:defRPr>
            </a:pPr>
            <a:r>
              <a:t>Answer: No. WRF-Hydro's architecture is fundamentally more complex than SCHISM's.</a:t>
            </a:r>
            <a:br/>
            <a:r>
              <a:t>Inline #ifdef flags would require modifying 10+ source files and create unmaintainable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Side-by-Side Comparison: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40280"/>
          <a:ext cx="8229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SCHISM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WRF-Hydro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Call stack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3 levels (simple)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 levels (deeply nested)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Main driver size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180 lines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2,869 lines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Number of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 (triangular mesh)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3 (1km + 250m + channel 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Source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~50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235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Time loop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Already init/step/finalize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Integrated loop, 5 physics phases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Physics phases per 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 ocean 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 sequential phases with dependencies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Key Difference: SCHISM already had init/step/finalize separation. WRF-Hydro does not — its time</a:t>
            </a:r>
            <a:br/>
            <a:r>
              <a:t>loop mixes initialization, forcing, land surface, routing, and output into one large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WRF-Hydro: Complex Internal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Each timestep runs 5 sequential physics phases, and the model uses 3 different computational grids simultaneously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572000" cy="3840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5 Physics Phases Per Timestep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Phase 1: Read Forcing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Reads atmospheric inputs — rainfall, temperature,</a:t>
            </a:r>
            <a:br/>
            <a:r>
              <a:t>wind, humidity, radiation from input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470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 panose="02020603050405020304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Phase 2: NoahMP Land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214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Computes soil moisture, evapotranspiration, snow</a:t>
            </a:r>
            <a:br/>
            <a:r>
              <a:t>processes, vegetation dynamics on 1 km grid</a:t>
            </a:r>
            <a:br/>
            <a:r>
              <a:t>(NoahMP = Noah Multi-Physics land surface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054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 panose="02020603050405020304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696B"/>
                </a:solidFill>
                <a:latin typeface="Times New Roman" panose="02020603050405020304"/>
              </a:defRPr>
            </a:pPr>
            <a:r>
              <a:t>Phase 3: Groundwater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7977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Water table coupling between soil column and</a:t>
            </a:r>
            <a:br/>
            <a:r>
              <a:t>aquifer using WTABLE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6382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 panose="02020603050405020304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38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Phase 4: Hydrologic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3814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Subsurface flow + overland flow on 250 m grid,</a:t>
            </a:r>
            <a:br/>
            <a:r>
              <a:t>then channel routing through river network</a:t>
            </a:r>
            <a:br/>
            <a:r>
              <a:t>(this is HYDRO_exe() — 5 levels deep!)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221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DADCE0"/>
                </a:solidFill>
                <a:latin typeface="Times New Roman" panose="02020603050405020304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965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Phase 5: Write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965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Saves results to NetCDF files: streamflow,</a:t>
            </a:r>
            <a:br/>
            <a:r>
              <a:t>soil moisture, surface water depth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05156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097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3 Simultaneous Grids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1463040"/>
            <a:ext cx="3337560" cy="10058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150876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Grid 0: LSM Grid (1 km)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Uniform rectilinear grid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Variables: soil moisture, snow depth,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evapotranspiration, air temperature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Used by: NoahMP land surface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606040"/>
            <a:ext cx="3337560" cy="10058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65176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Grid 1: Routing Grid (250 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880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Uniform rectilinear grid (4x finer)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Variables: surface water depth,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subsurface flow, overland flow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Used by: terrain routing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3749039"/>
            <a:ext cx="3337560" cy="100584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9525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3794759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Grid 2: Channel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023359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Unstructured/vector (river reaches)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Variables: streamflow (discharge),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channel coordinates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Used by: Muskingum-Cunge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Our Solution: A Separate Non-Invasive BMI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We will write bmi_wrf_hydro.f90 — a single Fortran file that wraps WRF-Hydro without modifying any of its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Architecture Overview: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99032"/>
            <a:ext cx="4809744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[External Caller: PyMT / Python / Jupyter]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bmi_initialize("config.yaml")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bmi_update()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bmi_get_value("streamflow", data)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bmi_finalize()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|    bmi_wrf_hydro.f90  (OUR WRAPPER)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|    - 41 BMI functions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|    - Variable name mapping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|    - Grid info lookup table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Calls WRF-Hydro subroutines: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- HYDRO_ini() / HYDRO_exe()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- land_driver_ini() / _exe()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[WRF-Hydro Source Code -- UNTOUCHED]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051560"/>
            <a:ext cx="32918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097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Why Separate Wrapper Is Better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0" y="1417320"/>
          <a:ext cx="30175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Non-invasive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Zero changes to WRF-Hydro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Single file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~800 lines vs 10+ modified files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Test wrapper independently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Maintainable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Update WRF-Hydro easily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Full 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All 41 functions, 3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Same pattern as BMI examples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IRF Mapping:  initialize() → HYDRO_ini() + land_driver_ini()  |  update() → land_driver_exe()  |  finalize() → HYDRO_finish()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BMI Fortran Template: The Abstract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bmi.f90 — 564 lines that define the contract every BMI-compliant model must fulfill (like an interface specification)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What is bmi.f90?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An abstract type definition in Fortran 2003 — it declares
  53 procedures but provides NO implementation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Any model that wants BMI must "extend" this type
  and provide its own implementation of each function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Published by CSDMS as the bmif_2_0 module
  (BMI version 2.0, Hutton et al. 2020)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Installed via conda: bmi-fortran package provides
  the compiled module and library (libbmif.so)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Key Constants Defined in bmi.f90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554480"/>
            <a:ext cx="3657600" cy="13716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627632"/>
            <a:ext cx="343814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Status codes returned by every BMI function: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integer, parameter :: BMI_SUCCESS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integer, parameter :: BMI_FAILURE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Maximum string lengths for names: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integer, parameter :: BMI_MAX_COMPONENT_NAME = 2048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integer, parameter :: BMI_MAX_VAR_NAME = 2048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integer, parameter :: BMI_MAX_TYPE_NAME = 2048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integer, parameter :: BMI_MAX_UNITS_NAME = 2048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84124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How Extending Works (Type Inheritance in Fortran):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4023360" cy="10972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730752"/>
            <a:ext cx="38039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bmi.f90 declares (abstract - no code):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type, abstract :: bmi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procedure(bmif_initialize), deferred :: initialize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procedure(bmif_update), deferred :: 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procedure(bmif_finalize), deferred :: finalize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... 50 more deferred procedures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657600"/>
            <a:ext cx="4023360" cy="10972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3730752"/>
            <a:ext cx="38039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Our wrapper EXTENDS it (provides code):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type, extends(bmi) :: bmi_wrf_hydro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private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embed WRF-Hydro model state here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 :: initialize =&gt; wrfhydro_init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 :: update =&gt; wrfhydro_update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 :: finalize =&gt; wrfhydro_finalize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... implement all 53 procedures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BMI Heat Model Example: The Physics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heat.f90 — A simple 2D heat diffusion model (158 lines). This is the model that gets wrapped by BMI, just like WRF-Hydro will 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What Does the Heat Model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Simulates heat spreading across a 2D metal plate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Top edge is held at a fixed hot temperature (like
  a boundary condition in hydrology)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Heat gradually diffuses to neighboring cells using
  the 2D heat equation (finite difference method)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Each timestep: new_temp = weighted average of 4
  neighboring cells (a 5-point stencil computation)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Model State Variables (stored in heat_model type):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3931920" cy="15544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73552"/>
            <a:ext cx="371246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type :: heat_model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integer :: n_x = 0    ! Grid columns (width)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integer :: n_y = 0    ! Grid rows (height)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real :: dt = 0.       ! Time step (seconds)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real :: t  = 0.       ! Current simulation 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real :: t_end = 0.    ! End time of simulation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real :: alpha = 0.    ! Thermal diffusivity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Main state variable (2D temperature field):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real, pointer :: temperature(:,:) =&gt; null()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402336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3 Model Subroutines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554480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58191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56DB"/>
                </a:solidFill>
                <a:latin typeface="Consolas" panose="020B0609020204030204"/>
              </a:defRPr>
            </a:pPr>
            <a:r>
              <a:t>initialize_from_file(model, filename)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7830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Reads 4 values from config file: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alpha (diffusivity), t_end (end time),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n_x (columns), n_y (rows).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Allocates the temperature grid.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Sets initial condition (top row = hot).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651760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67919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D7C3E"/>
                </a:solidFill>
                <a:latin typeface="Consolas" panose="020B0609020204030204"/>
              </a:defRPr>
            </a:pPr>
            <a:r>
              <a:t>advance_in_time(model)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8803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Runs ONE timestep of heat diffusion: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For each interior cell, computes new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temperature as weighted average of its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4 neighbors. Copies result back.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Increments time by dt.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749039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9525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776471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5221F"/>
                </a:solidFill>
                <a:latin typeface="Consolas" panose="020B0609020204030204"/>
              </a:defRPr>
            </a:pPr>
            <a:r>
              <a:t>cleanup(model)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97763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Deallocates the temperature arrays.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Frees all memory used by the model.</a:t>
            </a:r>
          </a:p>
          <a:p>
            <a:pPr>
              <a:lnSpc>
                <a:spcPts val="11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Called at the end of the simulation.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977639"/>
            <a:ext cx="3749039" cy="77724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9525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400507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696B"/>
                </a:solidFill>
                <a:latin typeface="Times New Roman" panose="02020603050405020304"/>
              </a:defRPr>
            </a:pPr>
            <a:r>
              <a:t>Hydrology Analogy: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206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simple model is to bmi_heat.f90 what WRF-Hydro</a:t>
            </a:r>
            <a:br/>
            <a:r>
              <a:t>is to our bmi_wrf_hydro.f90 — the underlying physics</a:t>
            </a:r>
            <a:br/>
            <a:r>
              <a:t>engine that the BMI wrapper calls into.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bmi_heat.f90: The BMI Wrapper (935 Lines)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This file is our blueprint. Every pattern here will be reused when writing bmi_wrf_hydro.f90.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Pattern 1: Type Extension (Embed the Model)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931920" cy="14173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0472"/>
            <a:ext cx="371246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module bmiheatf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use heatf          ! Import heat model module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use bmif_2_0       ! Import BMI specification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use, intrinsic :: iso_c_binding  ! For pointers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type, extends(bmi) :: bmi_heat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private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type(heat_model) :: model  ! Embed model instance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procedure :: initialize =&gt; heat_initialize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procedure :: update =&gt; heat_update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! ... maps all 53 procedures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end type bmi_heat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Pattern 2: Variable Name 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17320"/>
            <a:ext cx="3840480" cy="14173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490472"/>
            <a:ext cx="362102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Every variable-info function uses this: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function heat_var_type(self, name, type)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select case(name)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case("plate_surface__temperature")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type = "real"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bmi_status = BMI_SUCCESS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case default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type = "-"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bmi_status = BMI_FAILURE  ! Unknown var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end select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108960"/>
            <a:ext cx="4114800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Pattern 3: get_value (Copy + Flatten to 1D)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3931920" cy="13258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02152"/>
            <a:ext cx="371246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BMI requires all arrays as 1D (flattened):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function heat_get_double(self, name, dest)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select case(name)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case("plate_surface__temperature")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! Flatten 2D grid -&gt; 1D array: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dest = reshape(self%model%temperature,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[self%model%n_y * self%model%n_x])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bmi_status = BMI_SUCCESS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end select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108960"/>
            <a:ext cx="4023360" cy="1737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1546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Pattern 4: Control Functions (IRF)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429000"/>
            <a:ext cx="3840480" cy="13258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3502152"/>
            <a:ext cx="362102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Initialize: delegate to model's own init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function heat_initialize(self, config_file)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call initialize_from_file(self%model,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       config_file)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function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Update: advance by exactly ONE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function heat_update(self)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call advance_in_time(self%model)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function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BMI Driver Program &amp; Data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bmi_main.f90 (65 lines) — Shows how an external program uses BMI to control the model. The caller owns the time loop, not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1148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BMI Driver: The Caller Controls Everything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931920" cy="329184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90472"/>
            <a:ext cx="3712464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program bmi_main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use bmiheatf          ! Import the BMI wrapper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type(bmi_heat) :: m   ! Create model instance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Step 1: INITIALIZE (read config, allocate)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status = m%initialize("config.cfg")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Step 2: QUERY MODEL INFO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status = m%get_component_name(name)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status = m%get_start_time(time)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status = m%get_end_time(end_time)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status = m%get_time_step(dt)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Step 3: TIME LOOP (caller controls it!)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do while (current_time &lt; end_time)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! Read data OUT of the model: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status = m%get_value(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"plate_surface__temperature", temp)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print *, "Temperature:", temp(1:5)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! Advance model by one timestep: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status = m%update()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status = m%get_current_time(current_time)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end do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Step 4: CLEAN UP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status = m%finalize()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end program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143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How Two Models Exchange Data via BMI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17320"/>
            <a:ext cx="3840480" cy="16002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490472"/>
            <a:ext cx="362102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! Future: WRF-Hydro + SCHISM coupling loop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do while (time &lt; end_time)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Run WRF-Hydro for one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call wrfhydro%update()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Get river discharge from WRF-Hydro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call wrfhydro%get_value(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"channel_water__volume_flow_rate", Q)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Feed discharge into SCHISM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call schism%set_value( &amp;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"channel_water__volume_flow_rate", Q)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! Run SCHISM for one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call schism%update()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end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91840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Key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6118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The caller owns the time loop — models do not
  run themselves; they are stepped externally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All data access is through get_value/set_value
  using CSDMS Standard Names (not internal names)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Config file is the only argument to initialize() —
  all model settings are read from that file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Every BMI call returns a status code (0 or 1) —
  production code should always check these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Applying the BMI Heat Pattern to WRF-Hydro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Mapping every pattern from bmi_heat.f90 to our bmi_wrf_hydro.f90 — same structure, different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Pattern-by-Pattern Mapping: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84124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  <a:gridCol w="33832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BMI Pattern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Heat Model (Template)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WRF-Hydro (Our Wrapper)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bmiheatf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bmiwrfhydrof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Embedded model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type(heat_model) :: model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WRF-Hydro state variables (RT_FIELD)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initialize()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initialize_from_file()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HYDRO_ini() + land_driver_ini()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update()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advance_in_time()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land_driver_exe() (all 5 phases)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finalize()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cleanup()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HYDRO_finish() + close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 uniform_rectilinear (nx * ny)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 km LSM grid (ix * jx)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temperature (1 variable)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streamflow, soil moisture, snow... (8+)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Name mapping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plate_surface__temperature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channel_water__volume_flow_rate, etc.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CSDMS Standard Names Mapping for WRF-Hydro (our initial 8 variables):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34340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80"/>
                <a:gridCol w="137160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Internal 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CSDMS Standard 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QLINK(:,1)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channel_water__volume_flow_rate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m³/s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Channel (#2)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sfcheadrt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land_surface_water__depth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Routing (#1)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SOIL_M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soil_water__volume_fraction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dimensionless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LSM (#0)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SNEQV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snowpack__liquid-equivalent_depth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LSM (#0)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Next Steps: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Completed (Phase 1a)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Studied BMI specification (bmi.f90, 41 functions)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Built and tested BMI Heat example (49/49 tests pass)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Compiled WRF-Hydro v5.4.0 successfully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Ran Croton, NY test case (6-hour Hurricane Irene)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Analyzed WRF-Hydro call stack and IRF subroutines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Studied SCHISM's BMI approach (#ifdef pattern)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Mapped 8 WRF-Hydro variables to CSDMS names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Created Master Implementation Plan (1,115 lines)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✓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Created 8 detailed technical reference documents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4023360" cy="21945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270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Immediate Next (Phase 1b)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37160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Refactor WRF-Hydro time loop into IRF pattern
  (separate init, one-step, finalize)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Write bmi_wrf_hydro.f90 with all 41 functions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Compile as shared library (libwrfhydro_bmi.so)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▶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Write Fortran test driver to validate BMI output
  against standalone WRF-Hydro run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3337560"/>
            <a:ext cx="4023360" cy="150876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Future Phases (2-4)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7033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Babelize both models (Fortran → Python plugins)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Register as PyMT plugins for coupling framework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Write coupling script (WRF-Hydro ↔ SCHISM)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○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Test compound flooding case study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QLINK: The Key Coupling Variable (Streamflow)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QLINK = the Fortran variable inside WRF-Hydro that stores river discharge (streamflow) at every channel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5029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CSDMS Standard Name:  channel_water__volume_flow_rate    |    Units: m³/s    |    Grid: Channel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41148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Where QLINK Lives in Source Code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48840"/>
          <a:ext cx="3931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Declaration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module_rt_inc.F90 (line 160)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Inside RT_FIELD derived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REAL, allocatable, DIMENSION(:,:)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QLINK(nlinks, 2)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Column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QLINK(:,1) = previous timestep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Column 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QLINK(:,2) = current timestep flow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Access at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RT_DOMAIN(1)%QLINK(1:nlinks,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754880" y="1737360"/>
            <a:ext cx="402336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How QLINK Flows Through WRF-Hydro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103120"/>
            <a:ext cx="3840480" cy="11887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2176272"/>
            <a:ext cx="362102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1. Forcing data (rain) enters WRF-Hydro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2. NoahMP computes soil water &amp; runoff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3. Overland routing moves water to channels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4. Muskingum-Cunge routing computes: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QLINK(k,2) = flow at link k (m3/s)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5. QLINK written to CHRTOUT output files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as "streamflow" variable in NetCDF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520440"/>
            <a:ext cx="4023360" cy="1325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5661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Files That Compute / Store QLINK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846320" y="3840480"/>
          <a:ext cx="3840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Source File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module_rt_inc.F90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Declares QLINK in RT_FIELD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module_channel_routing.F90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Computes QLINK via routing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module_HYDRO_io.F90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Writes QLINK to CHRTOUT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module_HYDRO_drv.F90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Passes QLINK to output routine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Coupling: WRF-Hydro QLINK → SCHISM ath3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How river discharge computed by WRF-Hydro enters SCHISM's coastal ocean model as source/sink boundary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Data Flow: WRF-Hydro Streamflow → SCHISM Ocean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8412480" cy="146304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99032"/>
            <a:ext cx="819302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WRF-HYDRO                          BMI LAYER                          SCHISM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============                    ==================                   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module_channel_routing.F90       bmi_wrf_hydro.f90                   schism_step.F90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QLINK(k,2) computed by     --&gt;  get_value("channel_water            ath3(:,1,2,1) receives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Muskingum-Cunge routing          __volume_flow_rate", Q)             river discharge at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for each river link              returns QLINK as 1D array   --&gt;    source/sink nodes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                                                   (via #ifdef USE_NWM_BMI)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Variable: RT_DOMAIN(1)%QLINK     CSDMS Standard Name:               Variable: ath3(nsources,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Shape: (nlinks, 2)               channel_water__volume_flow_rate     1, 2, 1)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Units: m3/s                      Flatten: QLINK(:,2) -&gt; 1D           Units: m3/s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4114800" cy="19202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How SCHISM Receives Discharge (ath3 array)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ath3 = SCHISM's source/sink input array
  (declared in schism_glbl.F90, line 386)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ath3(nsources, 1, 1:2, 1) stores flow rates at
  two time levels (for interpolation)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When USE_NWM_BMI is ON, SCHISM skips reading
  ath3 from files — BMI provides it directly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Location: schism_step.F90 (line 1540) and
  misc_subs.F90 (line 599) #ifdef blocks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754880" y="2926080"/>
            <a:ext cx="4023360" cy="192024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270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9718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Current Coupling Support Status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892040" y="3291840"/>
          <a:ext cx="37490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00584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C65D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C65D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65D0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WRF-Hydro → SCHISM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Discharge (QLINK)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Supported (ath3)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 → WRF-Hydro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Water Elevation (eta2)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Needs Addition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Both directions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Full 2-way coupling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Phase 4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Key decisions needed before proceeding with BMI wrapper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Q1: Which WRF-Hydro Variables for BMI?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WRF-Hydro has 150+ output variables across
  8 output file types (CHRTOUT, LDASOUT, etc.)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BMI does NOT require exposing all variables —
  we can start with a priority subset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Currently proposed: 8 output + 2 input variables
  (streamflow, soil moisture, snow, precip, etc.)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Which variables are most important for
  our coupling use case with SCHISM?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105156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Q2: Does SCHISM BMI Support These?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41732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SCHISM's #ifdef USE_NWM_BMI currently only
  supports receiving discharge (via ath3 array)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It does NOT export water elevation (eta2)
  back to WRF-Hydro — needed for 2-way coupling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For 1-way coupling (WRF-Hydro → SCHISM):
  QLINK (streamflow) is sufficient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For 2-way: SCHISM needs modifications to
  export coastal water level as BMI variable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3063240"/>
            <a:ext cx="4114800" cy="17373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Q3: Start with 1-Way or 2-Way Coupling?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1-Way: WRF-Hydro sends streamflow to SCHISM
  (simpler, SCHISM already supports receiving it)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2-Way: Also get coastal water elevation back
  (requires modifying SCHISM's BMI blocks)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Recommendation: Start 1-way, add 2-way later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Which approach should we prioritize?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54880" y="3063240"/>
            <a:ext cx="4023360" cy="173736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Q4: CSDMS Standard Names Registration?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42900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Only ~22% of WRF-Hydro variables have
  existing CSDMS Standard Names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~78% need new names to be proposed
  and registered with CSDMS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Should we propose new names now, or use
  temporary names and register later?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Registration process: submit to CSDMS wiki
  for community review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SCHISM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Inline #ifdef works because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of simple architecture: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single grid, shallow nesting,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already has IRF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92608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WRF-Hydro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Needs separate wrapper due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to 5-level nesting, 3 grids,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5 physics phases per step,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235 source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2560320" cy="173736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Write bmi_wrf_hydro.f90: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non-invasive, single file,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following bmi_heat.f90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template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WRF-Hydro BMI Wrapper Project  |  Mohansai Sathram  |  February 20,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21764</Words>
  <Application>WPS Presentation</Application>
  <PresentationFormat>On-screen Show (4:3)</PresentationFormat>
  <Paragraphs>924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Times New Roman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mohansai</cp:lastModifiedBy>
  <cp:revision>2</cp:revision>
  <dcterms:created xsi:type="dcterms:W3CDTF">2013-01-27T09:14:00Z</dcterms:created>
  <dcterms:modified xsi:type="dcterms:W3CDTF">2026-02-20T21:39:07Z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C6587BE044E94779BFB3E2DAAEA5B93B_12</vt:lpwstr>
  </property>
  <property fmtid="{D5CDD505-2E9C-101B-9397-08002B2CF9AE}" pid="3" name="KSOProductBuildVer">
    <vt:lpwstr>1033-12.2.0.23196</vt:lpwstr>
  </property>
</Properties>
</file>