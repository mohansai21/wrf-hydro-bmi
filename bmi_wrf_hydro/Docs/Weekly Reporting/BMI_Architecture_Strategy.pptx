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BMI Architecture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4EC9F0"/>
                </a:solidFill>
                <a:latin typeface="Calibri"/>
              </a:defRPr>
            </a:pPr>
            <a:r>
              <a:t>SCHISM vs WRF-Hydro  |  BMI Fortran Template  |  Heat Model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DBDBD"/>
                </a:solidFill>
                <a:latin typeface="Calibri"/>
              </a:defRPr>
            </a:pPr>
            <a:r>
              <a:t>Understanding BMI integration patterns: why SCHISM uses inline #ifdef,</a:t>
            </a:r>
            <a:br/>
            <a:r>
              <a:t>why WRF-Hydro needs a separate wrapper, and how to build one from scratch.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02920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9F0"/>
                </a:solidFill>
                <a:latin typeface="Calibri"/>
              </a:defRPr>
            </a:pPr>
            <a:r>
              <a:t>Project: WRF-Hydro BMI Wrapper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502920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ECC71"/>
                </a:solidFill>
                <a:latin typeface="Calibri"/>
              </a:defRPr>
            </a:pPr>
            <a:r>
              <a:t>Phase 1: Understanding &amp; Planning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5029200"/>
            <a:ext cx="2743200" cy="6400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5120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39C12"/>
                </a:solidFill>
                <a:latin typeface="Calibri"/>
              </a:defRPr>
            </a:pPr>
            <a:r>
              <a:t>Goal: Couple WRF-Hydro + SCHISM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Presentation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SCHISM's BMI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Calibri"/>
              </a:defRPr>
            </a:pPr>
            <a:r>
              <a:t>How SCHISM enables BMI</a:t>
            </a:r>
            <a:br/>
            <a:r>
              <a:t>via #ifdef USE_NWM_BMI</a:t>
            </a:r>
            <a:br/>
            <a:r>
              <a:t>in its own source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Slides 3-6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63439" y="164592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Part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2286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WRF-Hydro: Why Different?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0175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Calibri"/>
              </a:defRPr>
            </a:pPr>
            <a:r>
              <a:t>Why inline #ifdef won't work</a:t>
            </a:r>
            <a:br/>
            <a:r>
              <a:t>for WRF-Hydro and what</a:t>
            </a:r>
            <a:br/>
            <a:r>
              <a:t>approach we'll use instead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Slides 7-12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645920"/>
            <a:ext cx="1097280" cy="411480"/>
          </a:xfrm>
          <a:prstGeom prst="roundRect">
            <a:avLst>
              <a:gd name="adj" fmla="val 3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Part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BMI Template &amp; Heat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Calibri"/>
              </a:defRPr>
            </a:pPr>
            <a:r>
              <a:t>Deep dive into bmi.f90</a:t>
            </a:r>
            <a:br/>
            <a:r>
              <a:t>and bmi_heat.f90 — the</a:t>
            </a:r>
            <a:br/>
            <a:r>
              <a:t>blueprint for our wrapper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46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Slides 13-22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SCHISM's BMI: Inline #ifdef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Calibri"/>
              </a:defRPr>
            </a:pPr>
            <a:r>
              <a:t>SCHISM does NOT have a separate BMI wrapper file — BMI is ENABLED directly inside model source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What SCHISM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Uses #ifdef USE_NWM_BMI preprocessor flags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Flags are scattered across 3 existing source files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CMake option: define_opt(USE_NWM_BMI ... OFF)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When OFF: SCHISM compiles as standalone model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When ON: Extra BMI-compatible code paths activate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Files With #ifdef USE_NWM_BMI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schism_init.F90 — initialization checks (1 block)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schism_step.F90 — timestep coupling (2 blocks)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misc_subs.F90 — helper boundary conditions (2 blocks)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Total: Only ~5 #ifdef blocks across 3 files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No separate bmischism.f90 wrapper exists!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Example from schism_init.F90 (line 1141):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! Inside SCHISM's own source code: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#ifdef USE_NWM_BMI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if(if_source==0) then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call parallel_abort('USE_NWM_BMI needs if_source&gt;0')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endif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#endif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212080" cy="173736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ML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Like adding @torch.jit.export decorators directly</a:t>
            </a:r>
            <a:br/>
            <a:r>
              <a:t>inside your model.py file — the model itself knows</a:t>
            </a:r>
            <a:br/>
            <a:r>
              <a:t>how to export, no separate export script needed.</a:t>
            </a:r>
            <a:br/>
            <a:br/>
            <a:r>
              <a:t>if USE_ONNX:  # conditional compilation</a:t>
            </a:r>
            <a:br/>
            <a:r>
              <a:t>    model.register_buffer('export_ready', ...)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Inline #ifdef Works for SCHISM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5029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SCHISM's Simple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4663440" cy="27432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SCHISM Call Stack (Shallow = Easy to #ifdef):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schism_driver.F90 (180 lines)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+-- schism_init()    &lt;-- #ifdef here (1 block)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+-- DO timestep = 1, nsteps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|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|     +-- schism_step()  &lt;-- #ifdef here (2 blocks)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+-- schism_finalize()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Total depth: 3 levels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Total files modified: 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Total #ifdef blocks: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Single unstructured triangular grid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One main time loop (simple DO loop)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Already has init/step/finalize separation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Shallow call stack = easy to intercept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97280"/>
            <a:ext cx="5212080" cy="5029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4 Reasons Inline BMI Works 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  <a:latin typeface="Calibri"/>
              </a:defRPr>
            </a:pPr>
            <a:r>
              <a:t>1. Single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SCHISM uses ONE unstructured mesh.</a:t>
            </a:r>
            <a:br/>
            <a:r>
              <a:t>BMI grid functions map 1:1 — no branching needed.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80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  <a:latin typeface="Calibri"/>
              </a:defRPr>
            </a:pPr>
            <a:r>
              <a:t>2. Simple Driver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schism_driver.F90 is only 180 lines.</a:t>
            </a:r>
            <a:br/>
            <a:r>
              <a:t>Already structured as init → loop → finalize.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  <a:latin typeface="Calibri"/>
              </a:defRPr>
            </a:pPr>
            <a:r>
              <a:t>3. Shallow Nesting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434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main → schism_step() is only 2 levels deep.</a:t>
            </a:r>
            <a:br/>
            <a:r>
              <a:t>#ifdef blocks don't create confusion.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166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1C40F"/>
                </a:solidFill>
                <a:latin typeface="Calibri"/>
              </a:defRPr>
            </a:pPr>
            <a:r>
              <a:t>4. Minimal Coupling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4864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No multi-model orchestration inside.</a:t>
            </a:r>
            <a:br/>
            <a:r>
              <a:t>SCHISM is one monolithic physics engine.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SCHISM: How #ifdef Gets Compiled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5029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Build Process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4663440" cy="16459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389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# In CMakeLists.txt: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define_opt(USE_NWM_BMI "Use NWM BMI" OFF)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# To enable BMI at build time: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cmake .. -DUSE_NWM_BMI=ON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# This adds: -DUSE_NWM_BMI to compiler flags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# Which activates all #ifdef USE_NWM_BMI blocks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4663440" cy="2286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COMPILE WITHOUT BMI          COMPILE WITH BMI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==================          =================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cmake ..                    cmake .. -DUSE_NWM_BMI=ON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   |       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#ifdef blocks SKIPPED       #ifdef blocks INCLUDED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   |       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Standard SCHISM             SCHISM + BMI coupling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(standalone mode)           (can receive external data)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Same source code, different behavior!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97280"/>
            <a:ext cx="5212080" cy="5029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What the #ifdef Blocks Actually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schism_init.F90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Validation check — ensures if_source &gt; 0</a:t>
            </a:r>
            <a:br/>
            <a:r>
              <a:t>so external BMI can inject source/sink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39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schism_step.F90 (block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59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Receives discharge data from WRF-Hydro</a:t>
            </a:r>
            <a:br/>
            <a:r>
              <a:t>via BMI coupling variables at river mouths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schism_step.F90 (block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Sends back water elevation data to</a:t>
            </a:r>
            <a:br/>
            <a:r>
              <a:t>WRF-Hydro for coastal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0292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misc_subs.F90 (2 blocks)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303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Adjusts boundary condition handling</a:t>
            </a:r>
            <a:br/>
            <a:r>
              <a:t>when external BMI data is available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486400"/>
            <a:ext cx="4846320" cy="457200"/>
          </a:xfrm>
          <a:prstGeom prst="roundRect">
            <a:avLst>
              <a:gd name="adj" fmla="val 5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39C12"/>
                </a:solidFill>
                <a:latin typeface="Calibri"/>
              </a:defRPr>
            </a:pPr>
            <a:r>
              <a:t>Key Insight: SCHISM's BMI is for COUPLING only, not full 41-function BMI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SCHISM BMI: Summary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SCHISM's Approach: Inline Conditional Compilation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1033272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[SCHISM Source Code]                            [Build Output]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====================                            ==============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schism_init.F90  ----+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schism_step.F90  ----|-- cmake -DUSE_NWM_BMI=ON ----&gt;  schism.exe (with BMI coupling)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misc_subs.F90    ----+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schism_init.F90  ----+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schism_step.F90  ----|-- cmake (default OFF)    ----&gt;  schism.exe (standalone)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misc_subs.F90    ----+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No Separate Wrapper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34339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SCHISM has NO bmischism.f90 file.</a:t>
            </a:r>
            <a:br/>
            <a:r>
              <a:t>BMI code lives INSIDE model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3749039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9" y="3886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Not Full BMI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599" y="434339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Only enables data exchange hooks.</a:t>
            </a:r>
            <a:br/>
            <a:r>
              <a:t>Not all 41 BMI functions implemented.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749039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19" y="3886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9F0"/>
                </a:solidFill>
                <a:latin typeface="Calibri"/>
              </a:defRPr>
            </a:pPr>
            <a:r>
              <a:t>Compile-Time Toggle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19" y="434339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#ifdef = if/else at compile time.</a:t>
            </a:r>
            <a:br/>
            <a:r>
              <a:t>Same code, two build modes.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749039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388619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Works Because Simple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343399"/>
            <a:ext cx="2286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Shallow call stack, single grid,</a:t>
            </a:r>
            <a:br/>
            <a:r>
              <a:t>already has init/step/finalize.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WRF-Hydro: Can We Use the Same Approach?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5760720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46304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74C3C"/>
                </a:solidFill>
                <a:latin typeface="Calibri"/>
              </a:defRPr>
            </a:pPr>
            <a:r>
              <a:t>Short Answer: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DBDBD"/>
                </a:solidFill>
                <a:latin typeface="Calibri"/>
              </a:defRPr>
            </a:pPr>
            <a:r>
              <a:t>WRF-Hydro is fundamentally different from SCHISM in architecture.</a:t>
            </a:r>
            <a:br/>
            <a:r>
              <a:t>Inline #ifdef would require modifying 10+ files and create unmaintainable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5 Reasons Why (Detailed in Next Slides):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4434840"/>
            <a:ext cx="365760" cy="3657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Deep Nesting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5 levels deep call stack vs SCHISM's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29768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63240" y="4434840"/>
            <a:ext cx="365760" cy="365760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Multi-Component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5 sequential physics phases per timestep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429768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303520" y="4434840"/>
            <a:ext cx="365760" cy="36576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3 Grid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1km + 250m + channel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429768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43800" y="4434840"/>
            <a:ext cx="365760" cy="36576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235 Source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vs SCHISM's simple structure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429768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0" y="4434840"/>
            <a:ext cx="365760" cy="365760"/>
          </a:xfrm>
          <a:prstGeom prst="ellipse">
            <a:avLst/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B1B2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434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F0"/>
                </a:solidFill>
                <a:latin typeface="Calibri"/>
              </a:defRPr>
            </a:pPr>
            <a:r>
              <a:t>Integrated Time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49377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No clean init/step/finalize split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WRF-Hydro: Deep Nested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640080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WRF-Hydro Call Stack (5 Levels Deep!)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6035040" cy="4572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main_hrldas_driver.F  (42 lines)       &lt;- Level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+-- land_driver_ini()                   &lt;- INIT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+-- DO ITIME = 1, NTIME                &lt;- Time Loop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+-- land_driver_exe()  (2,869 ln) &lt;- Level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+-- Read forcing data        Phase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+-- Run NoahMP LSM           Phase 2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+-- WTABLE (groundwater)     Phase 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+-- hrldas_drv_HYDRO()       Phase 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|                      &lt;- Level 3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+-- hrldas_cpl_HYDRO()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|                &lt;- Level 4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+-- HYDRO_exe()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      |          &lt;- Level 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      +-- disaggregateDomain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      +-- SubsurfaceRouting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      +-- OverlandRouting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      +-- GW Baseflow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      +-- ChannelRouting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                 +-- aggregateDomain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           +-- Write output             Phase 5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+-- land_driver_finish()                &lt;- FINALIZE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9728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Compare: SCHISM vs WRF-Hydro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680960" y="1645920"/>
          <a:ext cx="3749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SCHISM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WRF-Hydro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Call depth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3 levels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5 levels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Driver lines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180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2,869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Source files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~50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235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Grids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498079" y="3657600"/>
            <a:ext cx="411480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374903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C40F"/>
                </a:solidFill>
                <a:latin typeface="Calibri"/>
              </a:defRPr>
            </a:pPr>
            <a:r>
              <a:t>The Problem: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20624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HYDRO_exe() is buried 5 levels deep.</a:t>
            </a:r>
            <a:br/>
            <a:br/>
            <a:r>
              <a:t>To add #ifdef BMI here, you'd need to</a:t>
            </a:r>
            <a:br/>
            <a:r>
              <a:t>modify every level above it to pass</a:t>
            </a:r>
            <a:br/>
            <a:r>
              <a:t>BMI control flags downward.</a:t>
            </a:r>
            <a:br/>
            <a:br/>
            <a:r>
              <a:t>That means touching 4+ driver files</a:t>
            </a:r>
            <a:br/>
            <a:r>
              <a:t>and breaking WRF-Hydro's own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WRF-Hydro: 5 Phases Per Timestep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Calibri"/>
              </a:defRPr>
            </a:pPr>
            <a:r>
              <a:t>Each call to land_driver_exe() runs 5 sequential physics phases with data dependencies: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55448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1B2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F0"/>
                </a:solidFill>
                <a:latin typeface="Calibri"/>
              </a:defRPr>
            </a:pPr>
            <a:r>
              <a:t>Read Forcing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Rain, temperature, wind,</a:t>
            </a:r>
            <a:br/>
            <a:r>
              <a:t>humidity, radiation</a:t>
            </a:r>
            <a:br/>
            <a:r>
              <a:t>from LDASIN files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06040" y="2560320"/>
            <a:ext cx="18288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146304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40" y="155448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1B2F"/>
                </a:solidFill>
              </a:defRPr>
            </a:pPr>
            <a:r>
              <a:t>Physics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NoahMP LSM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4688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Soil moisture, evaporation,</a:t>
            </a:r>
            <a:br/>
            <a:r>
              <a:t>snow processes, vegetation</a:t>
            </a:r>
            <a:br/>
            <a:r>
              <a:t>on 1km grid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37760" y="2560320"/>
            <a:ext cx="18288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146304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55448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1B2F"/>
                </a:solidFill>
              </a:defRPr>
            </a:pPr>
            <a:r>
              <a:t>Physics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Water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24688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Groundwater coupling,</a:t>
            </a:r>
            <a:br/>
            <a:r>
              <a:t>WTABLE_MMF_NOAHMP()</a:t>
            </a:r>
            <a:br/>
            <a:r>
              <a:t>soil-aquifer exchange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269480" y="2560320"/>
            <a:ext cx="18288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52359" y="146304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43799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79" y="155448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1B2F"/>
                </a:solidFill>
              </a:defRPr>
            </a:pPr>
            <a:r>
              <a:t>Routing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799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HYDRO_exe()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24688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Subsurface + Overland +</a:t>
            </a:r>
            <a:br/>
            <a:r>
              <a:t>Channel + Baseflow routing</a:t>
            </a:r>
            <a:br/>
            <a:r>
              <a:t>on 250m grid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601199" y="2560320"/>
            <a:ext cx="182880" cy="274320"/>
          </a:xfrm>
          <a:prstGeom prst="rightArrow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84080" y="146304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1554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8D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0" y="155448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1B2F"/>
                </a:solidFill>
              </a:defRPr>
            </a:pPr>
            <a:r>
              <a:t>I/O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19202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46888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Write LDASOUT, CHRTOUT,</a:t>
            </a:r>
            <a:br/>
            <a:r>
              <a:t>RTOUT, restart files</a:t>
            </a:r>
            <a:br/>
            <a:r>
              <a:t>to NetCDF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57200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Why This Makes Inline BMI Impossible: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120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BMI's update() must do exactly ONE timestep.</a:t>
            </a:r>
            <a:br/>
            <a:r>
              <a:t>But WRF-Hydro's single timestep = 5 phases</a:t>
            </a:r>
            <a:br/>
            <a:r>
              <a:t>with data flowing from each phase to the next.</a:t>
            </a:r>
            <a:br/>
            <a:r>
              <a:t>Phase 4 DEPENDS on Phase 2 output!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120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B59B6"/>
                </a:solidFill>
                <a:latin typeface="Calibri"/>
              </a:defRPr>
            </a:pPr>
            <a:r>
              <a:t>ML Analogy: Like a training step that does</a:t>
            </a:r>
            <a:br/>
            <a:r>
              <a:t>data_loading → forward_pass → loss_calc → backward → optimizer</a:t>
            </a:r>
            <a:br/>
            <a:r>
              <a:t>You can't just #ifdef one step — they're sequential!</a:t>
            </a:r>
            <a:br/>
            <a:r>
              <a:t>You need a wrapper that orchestrates all 5 phases.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WRF-Hydro: 3 Simultaneous Grids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Grid 0: LSM Grid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C40F"/>
                </a:solidFill>
                <a:latin typeface="Calibri"/>
              </a:defRPr>
            </a:pPr>
            <a:r>
              <a:t>uniform_rectilinear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4EC9F0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Resolution: 1 km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4EC9F0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Variables: soil moisture, snow,
  temperature, evaporation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4EC9F0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NoahMP land surface model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4EC9F0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Grid dimensions: ix x jx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4EC9F0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BMI type: uniform_rectilinear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972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Grid 1: Routing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C40F"/>
                </a:solidFill>
                <a:latin typeface="Calibri"/>
              </a:defRPr>
            </a:pPr>
            <a:r>
              <a:t>uniform_rectilinear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Resolution: 250 m (4x finer)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Variables: surface head,
  subsurface flow, overland flow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Terrain routing engine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Grid dimensions: ixrt x jxrt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BMI type: uniform_rectilinear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097280"/>
            <a:ext cx="3383280" cy="36576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1887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Grid 2: Channel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1C40F"/>
                </a:solidFill>
                <a:latin typeface="Calibri"/>
              </a:defRPr>
            </a:pPr>
            <a:r>
              <a:t>vector / unstructured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~2.7 million reaches (NWM)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Variables: streamflow (QLINK),
  channel coordinates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Muskingum-Cunge routing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Network: NLINKS reaches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BMI type: unstructured/vector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Why 3 Grids Break Inline BMI: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DBDBD"/>
                </a:solidFill>
                <a:latin typeface="Calibri"/>
              </a:defRPr>
            </a:pPr>
            <a:r>
              <a:t>Every BMI grid function (get_grid_type, get_grid_size,</a:t>
            </a:r>
            <a:br/>
            <a:r>
              <a:t>get_grid_x/y, etc.) must branch on grid ID.</a:t>
            </a:r>
            <a:br/>
            <a:r>
              <a:t>Inline #ifdef can't handle this — you need a lookup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5778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EC9F0"/>
                </a:solidFill>
                <a:latin typeface="Calibri"/>
              </a:defRPr>
            </a:pPr>
            <a:r>
              <a:t>SCHISM comparison: ONE grid (unstructured triangular).</a:t>
            </a:r>
            <a:br/>
            <a:r>
              <a:t>Every grid function returns ONE answer.</a:t>
            </a:r>
            <a:br/>
            <a:r>
              <a:t>No branching, no lookup table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Our Solution: Separate Non-Invasive Wrapper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685800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bmi_wrf_hydro.f90 — Our Wrapper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6492240" cy="4572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[Python / PyMT / Jupyter]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     bmi_initialize("config.yaml")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     bmi_update()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     bmi_get_value("streamflow", data)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     bmi_finalize()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+-------------------+-------------------+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|                   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[bmi_wrf_hydro.f90]                   [bmi_wrf_hydro.f90]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41 BMI Functions                      Variable Mapping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====================                  ==================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initialize() ---&gt; HYDRO_ini()         "channel_water__volume_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update()     ---&gt; land_driver_exe()     flow_rate" -&gt; QLINK1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finalize()   ---&gt; HYDRO_finish()      "soil_water__volume_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get_value()  ---&gt; select case(name)     fraction" -&gt; SOIL_M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set_value()  ---&gt; direct assignment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get_grid_*() ---&gt; grid lookup table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|                   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+-------------------+-------------------+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               |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[WRF-Hydro Source Code — UNTOUCHED]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====================================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module_HYDRO_drv.F90  (HYDRO_ini/exe/finish)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module_NoahMP_hrldas_driver.F  (land_driver)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module_RT.F90, module_channel_routing.F90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097280"/>
            <a:ext cx="356616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Why This Is Better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✓ Non-Invasive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Zero changes to WRF-Hydro</a:t>
            </a:r>
            <a:br/>
            <a:r>
              <a:t>source code. Model stays</a:t>
            </a:r>
            <a:br/>
            <a:r>
              <a:t>as-is from NCAR.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✓ Clean Separation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BMI logic in 1 file (~800 lines)</a:t>
            </a:r>
            <a:br/>
            <a:r>
              <a:t>vs scattered #ifdef in 10+ 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11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✓ Testable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Can test BMI wrapper</a:t>
            </a:r>
            <a:br/>
            <a:r>
              <a:t>independently with a</a:t>
            </a:r>
            <a:br/>
            <a:r>
              <a:t>simple Fortran driver.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✓ Maintainable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846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Update WRF-Hydro version?</a:t>
            </a:r>
            <a:br/>
            <a:r>
              <a:t>Just rebuild — wrapper</a:t>
            </a:r>
            <a:br/>
            <a:r>
              <a:t>calls same subroutines.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✓ Full BMI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806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All 41 functions, 3 grids,</a:t>
            </a:r>
            <a:br/>
            <a:r>
              <a:t>CSDMS Standard Names,</a:t>
            </a:r>
            <a:br/>
            <a:r>
              <a:t>ready for PyMT.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Side-by-Side: Inline #ifdef vs Separate Wrapper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09728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34840"/>
                <a:gridCol w="44348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Inline #ifdef (SCHISM Style)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Separate Wrapper (Our Approach)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Files modified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10+ existing WRF-Hydro files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1 new file (bmi_wrf_hydro.f90)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WRF-Hydro code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MODIFIED — breaks NCAR updates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UNTOUCHED — just calls subroutines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Complexity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#ifdef spaghetti across 5,200+ lines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Clean 41-function module (~800 lines)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Grid handling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3-grid branching in every #ifdef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Lookup table — 1 handler per grid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Can't test BMI without full build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 wrapper independently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Maintainability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Couples BMI to model internals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Independent — update either side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MPI/Parallel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State-sharing bugs across #ifdef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Encapsulated — no MPI conflicts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BMI Compliance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Partial (only coupling hooks)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Full 41-function implementation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10698480" cy="13716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Verdict: Separate Wrapper is the ONLY Viable Approach for WRF-Hydro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DBDBD"/>
                </a:solidFill>
                <a:latin typeface="Calibri"/>
              </a:defRPr>
            </a:pPr>
            <a:r>
              <a:t>Following the exact same pattern as bmi_heat.f90 (our learning template), we'll write bmi_wrf_hydro.f90</a:t>
            </a:r>
            <a:br/>
            <a:r>
              <a:t>as a Fortran 2003 module that extends the abstract BMI type and calls WRF-Hydro's existing subroutines.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 Fortran Template: The Abstract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  <a:latin typeface="Calibri"/>
              </a:defRPr>
            </a:pPr>
            <a:r>
              <a:t>bmi-fortran/bmi.f90 — 564 lines that define the BMI contract every model must follow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What is bmi.f90?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Abstract Fortran type (like Python ABC/interface)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Defines 53 deferred procedures (41 logical functions)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Extra procedures: type overloads for int/float/double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Module name: bmif_2_0 (BMI version 2.0)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4EC9F0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Published by CSDMS (Hutton et al. 2020)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ML Analogy: Abstract Base Class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# Python equivalent of bmi.f90: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from abc import ABC, abstractmethod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class BMI(ABC):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def initialize(self, config: str) -&gt; int: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def update(self) -&gt; int: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@abstractmethod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def get_value(self, name, dest) -&gt; int: ...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# ... 38 more abstract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41 BMI Functions in 6 Categories: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719072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F0"/>
                </a:solidFill>
                <a:latin typeface="Calibri"/>
              </a:defRPr>
            </a:pPr>
            <a:r>
              <a:t>Control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1536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initialize, update,</a:t>
            </a:r>
            <a:br/>
            <a:r>
              <a:t>update_until, finalize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33472" y="4389120"/>
            <a:ext cx="1719072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4480560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Info (5)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4912" y="4892040"/>
            <a:ext cx="1536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component_name,</a:t>
            </a:r>
            <a:br/>
            <a:r>
              <a:t>var_names, var_count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35424" y="4389120"/>
            <a:ext cx="1719072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4480560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Calibri"/>
              </a:defRPr>
            </a:pPr>
            <a:r>
              <a:t>Var Info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892040"/>
            <a:ext cx="1536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type, units, grid,</a:t>
            </a:r>
            <a:br/>
            <a:r>
              <a:t>itemsize, nbytes, location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37376" y="4389120"/>
            <a:ext cx="1719072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4480560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Calibri"/>
              </a:defRPr>
            </a:pPr>
            <a:r>
              <a:t>Time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8816" y="4892040"/>
            <a:ext cx="1536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current, start, end,</a:t>
            </a:r>
            <a:br/>
            <a:r>
              <a:t>step, units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8" y="4389120"/>
            <a:ext cx="1719072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4480560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74C3C"/>
                </a:solidFill>
                <a:latin typeface="Calibri"/>
              </a:defRPr>
            </a:pPr>
            <a:r>
              <a:t>Get/Set (6)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892040"/>
            <a:ext cx="1536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get_value, set_value,</a:t>
            </a:r>
            <a:br/>
            <a:r>
              <a:t>ptr, at_indices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4389120"/>
            <a:ext cx="1719072" cy="18288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0" y="4480560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Grid (17)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4892040"/>
            <a:ext cx="15361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type, rank, size, shape,</a:t>
            </a:r>
            <a:br/>
            <a:r>
              <a:t>spacing, x/y/z, topology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 Spec: Key Constants &amp;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BMI Constants (from bmi.f90)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4663440" cy="1920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integer, parameter :: BMI_SUCCESS = 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integer, parameter :: BMI_FAILURE = 1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integer, parameter :: BMI_MAX_COMPONENT_NAME = 2048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integer, parameter :: BMI_MAX_VAR_NAME       = 2048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integer, parameter :: BMI_MAX_TYPE_NAME      = 2048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integer, parameter :: BMI_MAX_UNITS_NAME     = 2048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! Every BMI function returns integer status: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! 0 = success, 1 = failure (or not implemented)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5 Critical BMI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F39C12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Every function returns integer (0=success, 1=failure)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F39C12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Output via intent(out) parameters, NOT return values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F39C12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Arrays are ALWAYS flattened to 1D (row-major)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F39C12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Wrapper is NON-INVASIVE — never modify model code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F39C12"/>
                </a:solidFill>
                <a:latin typeface="Calibri"/>
              </a:rPr>
              <a:t>▸ </a:t>
            </a:r>
            <a:r>
              <a:rPr sz="1300">
                <a:solidFill>
                  <a:srgbClr val="BDBDBD"/>
                </a:solidFill>
                <a:latin typeface="Calibri"/>
              </a:rPr>
              <a:t>Memory allocation is the MODEL's job, not BMI's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24688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The Abstract Type Declaration (Simplified)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63440"/>
            <a:ext cx="5029200" cy="16459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548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module bmif_2_0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type, abstract :: bmi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contains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! Control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procedure(bmif_initialize), deferred :: initialize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procedure(bmif_update), deferred :: update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procedure(bmif_finalize), deferred :: finalize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! ... 50 more deferred procedures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! Type overloads (generic interfaces)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generic :: get_value =&gt; get_value_int, 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   get_value_float, get_value_double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module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66344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7548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Each procedure has a defined interface: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abstract interface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function bmif_initialize(self, config_file) result(bmi_status)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import :: bmi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class(bmi), intent(out)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character(len=*), intent(in) :: config_file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integer :: bmi_status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function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function bmif_update(self) result(bmi_status)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import :: bmi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class(bmi), intent(inout)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integer :: bmi_status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function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interface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Heat Model: The Simple Physics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  <a:latin typeface="Calibri"/>
              </a:defRPr>
            </a:pPr>
            <a:r>
              <a:t>heat/heat.f90 — 158 lines. This is the model that bmi_heat.f90 wraps (like WRF-Hydro is what we'll wrap)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heat_model Type (= Model State)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4663440" cy="1920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type :: heat_model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integer :: n_x = 0         ! Grid columns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integer :: n_y = 0         ! Grid rows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real :: dt = 0.            ! Timestep (seconds)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real :: t  = 0.            ! Current 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real :: t_end = 0.         ! End time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real :: alpha = 0.         ! Diffusivity (physics param)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! The main state variable: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real, pointer :: temperature(:,:) =&gt; null()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! Temp workspace: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real, pointer :: temperature_tmp(:,:) =&gt; null()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end 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ML Analogy: PyTorch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4846320" cy="1920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031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class HeatModel(nn.Module):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self.n_x = 0          # = Grid width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self.n_y = 0          # = Grid height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self.dt = 0.0         # = Learning rate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self.t = 0.0          # = Current epoch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self.t_end = 0.0      # = Total epochs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self.alpha = 0.0      # = Weight decay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# State = model weights/activations: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self.temperature = None      # = weights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    self.temperature_tmp = None  # = gradients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 Model Subroutines (= the entire model API):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846320"/>
            <a:ext cx="3566160" cy="16459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F0"/>
                </a:solidFill>
                <a:latin typeface="Calibri"/>
              </a:defRPr>
            </a:pPr>
            <a:r>
              <a:t>initialize_from_file()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12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Reads config (4 values),</a:t>
            </a:r>
            <a:br/>
            <a:r>
              <a:t>allocates temperature(:,:),</a:t>
            </a:r>
            <a:br/>
            <a:r>
              <a:t>sets initial condition</a:t>
            </a:r>
            <a:br/>
            <a:r>
              <a:t>(top row = hot boundary)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5212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59B6"/>
                </a:solidFill>
                <a:latin typeface="Calibri"/>
              </a:defRPr>
            </a:pPr>
            <a:r>
              <a:t>Like model = load_config(yaml)</a:t>
            </a:r>
            <a:br/>
            <a:r>
              <a:t>torch.randn(n_y, n_x)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846320"/>
            <a:ext cx="3566160" cy="16459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892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advance_in_time()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212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2D stencil computation:</a:t>
            </a:r>
            <a:br/>
            <a:r>
              <a:t>new = avg(4 neighbors) * alpha</a:t>
            </a:r>
            <a:br/>
            <a:r>
              <a:t>Copies result, increments 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12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59B6"/>
                </a:solidFill>
                <a:latin typeface="Calibri"/>
              </a:defRPr>
            </a:pPr>
            <a:r>
              <a:t>Like model.forward(x):</a:t>
            </a:r>
            <a:br/>
            <a:r>
              <a:t>conv2d with 3x3 kernel</a:t>
            </a:r>
            <a:br/>
            <a:r>
              <a:t>optimizer.step()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4846320"/>
            <a:ext cx="3566160" cy="16459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8920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cleanup()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212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Deallocates temperature</a:t>
            </a:r>
            <a:br/>
            <a:r>
              <a:t>arrays. Frees memory.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52120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59B6"/>
                </a:solidFill>
                <a:latin typeface="Calibri"/>
              </a:defRPr>
            </a:pPr>
            <a:r>
              <a:t>Like del model</a:t>
            </a:r>
            <a:br/>
            <a:r>
              <a:t>torch.cuda.empty_cache()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bmi_heat.f90: The Wrapper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  <a:latin typeface="Calibri"/>
              </a:defRPr>
            </a:pPr>
            <a:r>
              <a:t>935 lines — THIS is the template for our bmi_wrf_hydro.f90. Every pattern here gets reused.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Pattern 1: Type Extension (Inheritance)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module bmiheatf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use heatf           ! Import the 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use bmif_2_0        ! Import BMI spec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use, intrinsic :: iso_c_binding  ! For pointers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type, extends(bmi) :: bmi_heat    ! Inherit from bmi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private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type(heat_model) :: model       ! EMBED the 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contains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procedure :: initialize =&gt; heat_initialize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procedure :: update =&gt; heat_update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procedure :: finalize =&gt; heat_finalize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  ! ... all 53 procedure mappings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end type bmi_heat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end module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63040"/>
            <a:ext cx="484632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ML Equivalent: Wrapper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011680"/>
            <a:ext cx="4480560" cy="1920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10312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class BMIHeat(BMI):  # Inherit abstract class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self._model = HeatModel()  # EMBED model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def initialize(self, config):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self._model.load_config(config)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return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def update(self):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self._model.advance_in_time()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return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def get_value(self, name, dest):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if name == "temperature":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    dest[:] = self._model.temperature.flatten()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return BMI_SUCCESS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21031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3 Key Patterns We'll Reuse for WRF-Hydro: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F0"/>
                </a:solidFill>
                <a:latin typeface="Calibri"/>
              </a:defRPr>
            </a:pPr>
            <a:r>
              <a:t>  Type 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type, extends(bmi) :: bmi_wrf_hydro</a:t>
            </a:r>
            <a:br/>
            <a:r>
              <a:t>Embeds WRF-Hydro state as private member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  Procedure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257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procedure :: initialize =&gt; wrfhydro_initialize</a:t>
            </a:r>
            <a:br/>
            <a:r>
              <a:t>Maps BMI names to our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  Private Model Instance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257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type(rt_domain_type) :: model</a:t>
            </a:r>
            <a:br/>
            <a:r>
              <a:t>Wrapper owns the model, callers see only BMI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bmi_heat.f90: Control Functions (IRF)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7472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F0"/>
                </a:solidFill>
                <a:latin typeface="Calibri"/>
              </a:defRPr>
            </a:pPr>
            <a:r>
              <a:t>initialize(config_file)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3108960" cy="2286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function heat_initialize(self, 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config_file) result(bmi_status)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class(bmi_heat), intent(out)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character(len=*), intent(in) :: 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config_file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Just delegate to model: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call initialize_from_file( 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self%model, config_file)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bmi_status =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function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What it does:</a:t>
            </a:r>
            <a:br/>
            <a:r>
              <a:t>1. Takes config file path</a:t>
            </a:r>
            <a:br/>
            <a:r>
              <a:t>2. Calls model's own init</a:t>
            </a:r>
            <a:br/>
            <a:r>
              <a:t>3. Returns success/failure</a:t>
            </a:r>
            <a:br/>
            <a:br/>
            <a:r>
              <a:t>For WRF-Hydro:</a:t>
            </a:r>
            <a:br/>
            <a:r>
              <a:t>Will call HYDRO_ini() and</a:t>
            </a:r>
            <a:br/>
            <a:r>
              <a:t>land_driver_ini()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097280"/>
            <a:ext cx="347472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update()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645920"/>
            <a:ext cx="3108960" cy="2286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7373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function heat_update(self) 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result(bmi_status)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class(bmi_heat), intent(inout)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ONE timestep only: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call advance_in_time(self%model)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bmi_status =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function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Also: update_until(time)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Loops update() until target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time is reached.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148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What it does:</a:t>
            </a:r>
            <a:br/>
            <a:r>
              <a:t>1. Advances model by dt</a:t>
            </a:r>
            <a:br/>
            <a:r>
              <a:t>2. Exactly ONE step</a:t>
            </a:r>
            <a:br/>
            <a:r>
              <a:t>3. Caller controls the loop!</a:t>
            </a:r>
            <a:br/>
            <a:br/>
            <a:r>
              <a:t>For WRF-Hydro:</a:t>
            </a:r>
            <a:br/>
            <a:r>
              <a:t>Will call land_driver_exe()</a:t>
            </a:r>
            <a:br/>
            <a:r>
              <a:t>for exactly one timestep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097280"/>
            <a:ext cx="347472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finalize()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645920"/>
            <a:ext cx="3108960" cy="2286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173736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function heat_finalize(self) 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result(bmi_status)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class(bmi_heat), intent(inout)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Cleanup: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call cleanup(self%model)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bmi_status =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function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cleanup() deallocates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temperature arrays and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frees all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114800"/>
            <a:ext cx="3108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BDBD"/>
                </a:solidFill>
                <a:latin typeface="Calibri"/>
              </a:defRPr>
            </a:pPr>
            <a:r>
              <a:t>What it does:</a:t>
            </a:r>
            <a:br/>
            <a:r>
              <a:t>1. Frees all memory</a:t>
            </a:r>
            <a:br/>
            <a:r>
              <a:t>2. Closes files</a:t>
            </a:r>
            <a:br/>
            <a:r>
              <a:t>3. Clean shutdown</a:t>
            </a:r>
            <a:br/>
            <a:br/>
            <a:r>
              <a:t>For WRF-Hydro:</a:t>
            </a:r>
            <a:br/>
            <a:r>
              <a:t>Will call HYDRO_finish()</a:t>
            </a:r>
            <a:br/>
            <a:r>
              <a:t>and land_driver_finish()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bmi_heat.f90: The select case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C40F"/>
                </a:solidFill>
                <a:latin typeface="Calibri"/>
              </a:defRPr>
            </a:pPr>
            <a:r>
              <a:t>Every variable-info function uses the same pattern: switch on variable name string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486400" cy="493776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Pattern: String-Based Variable 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011680"/>
            <a:ext cx="5120640" cy="41148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get_var_type — what datatype is this variable?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function heat_var_type(self, name, type) result(s)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class(bmi_heat), intent(in)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character(len=*), intent(in) :: 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character(len=BMI_MAX_TYPE_NAME), intent(out) :: type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integer :: 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select case(name)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case("plate_surface__temperature")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type = "real"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case("plate_surface__thermal_diffusivity")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type = "real"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case("model__identification_number")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type = "integer"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BMI_SUCCESS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 default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type = "-"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BMI_FAILURE    ! Unknown variable!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function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Same pattern for: get_var_units, get_var_grid,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get_var_itemsize, get_var_nbytes, get_var_location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463040"/>
            <a:ext cx="4846320" cy="493776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5544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For Our WRF-Hydro Wrapper: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011680"/>
            <a:ext cx="4480560" cy="27432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10312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In bmi_wrf_hydro.f90: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select case(name)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case("channel_water__volume_flow_rate")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type = "double precision"   ! QLINK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case("land_surface_water__depth")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type = "real"               ! sfcheadrt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case("soil_water__volume_fraction")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type = "real"               ! SOIL_M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case("snowpack__liquid-equivalent_depth")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type = "real"               ! SNEQV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case default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BMI_FAILURE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select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93776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DBDBD"/>
                </a:solidFill>
                <a:latin typeface="Calibri"/>
              </a:defRPr>
            </a:pPr>
            <a:r>
              <a:t>Key Insight:</a:t>
            </a:r>
            <a:br/>
            <a:r>
              <a:t>CSDMS Standard Names are the public API.</a:t>
            </a:r>
            <a:br/>
            <a:r>
              <a:t>Internal WRF-Hydro names (QLINK, SOIL_M)</a:t>
            </a:r>
            <a:br/>
            <a:r>
              <a:t>are implementation details hidden inside</a:t>
            </a:r>
            <a:br/>
            <a:r>
              <a:t>the select case mapping.</a:t>
            </a:r>
            <a:br/>
            <a:br/>
            <a:r>
              <a:t>ML Analogy: Like a REST API mapping</a:t>
            </a:r>
            <a:br/>
            <a:r>
              <a:t>/api/predictions → model.forward(x)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bmi_heat.f90: get_value &amp; set_value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get_value: Copy Data Out (Safe)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5120640" cy="1920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function heat_get_double(self, name, dest) result(s)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class(bmi_heat), intent(in)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character(len=*), intent(in) :: 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double precision, intent(inout) :: dest(:)  ! 1D!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select case(name)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case("plate_surface__temperature")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! FLATTEN 2D -&gt; 1D with reshape: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dest = reshape(self%model%temperature, [nx*ny])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 default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BMI_FAILURE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97280"/>
            <a:ext cx="4846320" cy="2743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set_value: Push Data In (Safe)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4480560" cy="192024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737360"/>
            <a:ext cx="4206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function heat_set_double(self, name, src) result(s)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class(bmi_heat), intent(inout) :: self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character(len=*), intent(in) :: name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double precision, intent(in) :: src(:)  ! 1D!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select case(name)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case("plate_surface__temperature")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! UNFLATTEN 1D -&gt; 2D with reshape: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self%model%temperature = 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reshape(src, [ny, nx])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 default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BMI_FAILURE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function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get_value_ptr: Zero-Copy Pointer (Fast)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663440"/>
            <a:ext cx="5120640" cy="16459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7548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function heat_get_ptr(self, name, dest_ptr) result(s)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use iso_c_binding, only: c_ptr, c_loc, c_f_pointer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type(c_ptr), intent(inout) :: dest_ptr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select case(name)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case("plate_surface__temperature")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! Return raw memory pointer (no copy!):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dest_ptr = c_loc(self%model%temperature(1,1))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select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Caller uses c_f_pointer to access 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function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114800"/>
            <a:ext cx="4846320" cy="24688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062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This Is How Models Couple!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0" y="4663440"/>
            <a:ext cx="4480560" cy="16459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75488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PyMT coupling loop (pseudocode):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do while (time &lt; end_time)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call wrfhydro%update()          ! Run WRF-Hydro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call wrfhydro%get_value(         ! Get discharge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"channel_water__volume_flow_rate", Q)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call schism%set_value(           ! Feed to SCHISM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"channel_water__volume_flow_rate", Q)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call schism%update()             ! Run SCHISM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bmi_heat.f90: Grid Functions (17 of them!)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486400" cy="29260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Grid Metadata Functions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5120640" cy="21031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Heat model has 1 grid (id=0): uniform_rectilinear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get_grid_type(0)    =&gt; "uniform_rectilinear"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get_grid_rank(0)    =&gt; 2         (2D grid)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get_grid_size(0)    =&gt; n_x * n_y (total cells)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get_grid_shape(0)   =&gt; [n_y, n_x]  (rows, cols)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get_grid_spacing(0) =&gt; [1.0, 1.0]  (dx, dy)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get_grid_origin(0)  =&gt; [0.0, 0.0]  (x0, y0)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Topology functions return BMI_FAILURE: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get_grid_edge_count(0)  =&gt; BMI_FAILURE (N/A)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get_grid_face_count(0)  =&gt; BMI_FAILURE (N/A)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(These are for unstructured grids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97280"/>
            <a:ext cx="4846320" cy="29260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For WRF-Hydro: 3 Grids!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645920"/>
            <a:ext cx="4480560" cy="210312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737360"/>
            <a:ext cx="4206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Grid 0: LSM (1km)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get_grid_type(0) =&gt; "uniform_rectilinear"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get_grid_shape(0) =&gt; [jx, ix]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get_grid_spacing(0) =&gt; [1000.0, 1000.0]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Grid 1: Routing (250m)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get_grid_type(1) =&gt; "uniform_rectilinear"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get_grid_shape(1) =&gt; [jxrt, ixrt]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get_grid_spacing(1) =&gt; [250.0, 250.0]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! Grid 2: Channel network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get_grid_type(2) =&gt; "unstructured"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get_grid_size(2) =&gt; NLINKS  (num reaches)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get_grid_x/y(2) =&gt; CHLON(:), CHLAT(:)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10698480" cy="219456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Grid Function Quick Reference: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4846320"/>
          <a:ext cx="10332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3429000"/>
                <a:gridCol w="34290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Function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Returns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Rectilinear Grid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Unstructured Grid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get_grid_type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"uniform_rectilinear"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"unstructured"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get_grid_rank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2 (rows, cols)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1 (node list)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get_grid_shape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int array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[n_rows, n_cols]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BMI_FAILURE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get_grid_x/y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real array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BMI_FAILURE (use spacing)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Lat/Lon coordinates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bmi_main.f90: The BMI Driver (Test Program)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48640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Complete Driver: 65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45920"/>
            <a:ext cx="5120640" cy="457200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program bmi_main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use bmiheatf          ! Import BMI wrapper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type(bmi_heat) :: m   ! Create instance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1. INITIALIZE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m%initialize(config_file)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2. QUERY METADATA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m%get_component_name(name)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m%get_input_var_names(names)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m%get_output_var_names(names)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m%get_start_time(time)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m%get_end_time(end_time)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m%get_time_step(dt)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allocate(temperature(grid_size))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3. TIME LOOP (caller controls!)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do while (current_time &lt; end_time)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m%get_value("plate_surface__"//&amp;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    "temperature", temperature)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print *, temperature(:5)   ! first 5 values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m%update()  ! ONE timestep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  s = m%get_current_time(current_time)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end do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! 4. FINALIZE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  s = m%finalize()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2ECC71"/>
                </a:solidFill>
                <a:latin typeface="Consolas"/>
              </a:defRPr>
            </a:pPr>
            <a:r>
              <a:t>end program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097280"/>
            <a:ext cx="4846320" cy="53035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18872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3736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The caller controls the time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0116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Not the model! BMI inverts control.</a:t>
            </a:r>
            <a:br/>
            <a:r>
              <a:t>model.update() = one step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6974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Config file = single argument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97180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initialize('config.cfg') reads all</a:t>
            </a:r>
            <a:br/>
            <a:r>
              <a:t>settings. For WRF-Hydro: points to</a:t>
            </a:r>
            <a:br/>
            <a:r>
              <a:t>namelist.hrldas + hydro.namelist.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6576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Only BMI API calls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93192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Driver never accesses model internals.</a:t>
            </a:r>
            <a:br/>
            <a:r>
              <a:t>Everything through get_value/set_value.</a:t>
            </a:r>
            <a:br/>
            <a:r>
              <a:t>This is the ENCAPSULATION principle.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6177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Status checks on every 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89204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Every BMI function returns int status.</a:t>
            </a:r>
            <a:br/>
            <a:r>
              <a:t>s = BMI_SUCCESS (0) or BMI_FAILURE (1).</a:t>
            </a:r>
            <a:br/>
            <a:r>
              <a:t>Production code should check these!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577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C40F"/>
                </a:solidFill>
                <a:latin typeface="Calibri"/>
              </a:defRPr>
            </a:pPr>
            <a:r>
              <a:t>ML Analogy: Training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85216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DBDBD"/>
                </a:solidFill>
                <a:latin typeface="Calibri"/>
              </a:defRPr>
            </a:pPr>
            <a:r>
              <a:t>This is like your train.py that calls</a:t>
            </a:r>
            <a:br/>
            <a:r>
              <a:t>model.forward(), loss.backward(),</a:t>
            </a:r>
            <a:br/>
            <a:r>
              <a:t>optimizer.step() in a loop.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bmi-example-fortran: Test Suite (52 Tests)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5029200" cy="29260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F0"/>
                </a:solidFill>
                <a:latin typeface="Calibri"/>
              </a:defRPr>
            </a:pPr>
            <a:r>
              <a:t>42 Unit Tests (All Pass!)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45920"/>
          <a:ext cx="4663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File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Tests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test_initialize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Init from config, verify grid dims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test_get_component_name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Component name string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test_get_value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Copy values to 1D array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test_set_value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Modify model state via BMI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test_get_value_ptr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Zero-copy pointer access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test_by_reference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Pointer reflects model changes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test_update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Single timestep + time advance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097280"/>
            <a:ext cx="5212080" cy="292608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7 Example Programs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645920"/>
          <a:ext cx="4846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Demonstrates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info_ex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Query component name &amp; var names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irf_ex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Full init -&gt; run -&gt; finalize lifecycle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vargrid_ex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All grid/variable metadata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get_value_ex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get_value, ptr, at_indices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set_value_ex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set_value, at_indices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conflicting_instances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Two models don't interfere</a:t>
                      </a:r>
                    </a:p>
                  </a:txBody>
                  <a:tcPr>
                    <a:solidFill>
                      <a:srgbClr val="1A25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change_diffusivity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BDBDBD"/>
                          </a:solidFill>
                          <a:latin typeface="Calibri"/>
                        </a:defRPr>
                      </a:pPr>
                      <a:r>
                        <a:t>Modify params between runs</a:t>
                      </a:r>
                    </a:p>
                  </a:txBody>
                  <a:tcPr>
                    <a:solidFill>
                      <a:srgbClr val="151E2D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297680"/>
            <a:ext cx="10698480" cy="210312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ECC71"/>
                </a:solidFill>
                <a:latin typeface="Calibri"/>
              </a:defRPr>
            </a:pPr>
            <a:r>
              <a:t>Our Build &amp; Test Results: ALL 52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846320"/>
            <a:ext cx="4846320" cy="12801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$ bash build_and_test.sh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Step 1: Conda activate wrfhydro-bmi ..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Step 2: CMake build ................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Step 3: Standalone heat model ......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Step 4: BMI driver (bmi_main) .....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Step 5: CTest (49/49) .............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Step 6: Unit tests (42/42) ........ OK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Step 7: Examples (7/7) ............ 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846320"/>
            <a:ext cx="5029200" cy="1280160"/>
          </a:xfrm>
          <a:prstGeom prst="roundRect">
            <a:avLst>
              <a:gd name="adj" fmla="val 5000"/>
            </a:avLst>
          </a:prstGeom>
          <a:solidFill>
            <a:srgbClr val="0D1117"/>
          </a:solidFill>
          <a:ln w="635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93776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FINAL RESULTS: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Standalone model:     PASS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BMI driver:           PASS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CTest suite:       49/49 PASS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Individual tests:  42/42 PASS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Example programs:   7/7  PASS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2ECC71"/>
                </a:solidFill>
                <a:latin typeface="Consolas"/>
              </a:defRPr>
            </a:pPr>
            <a:r>
              <a:t>  TOTAL: 52/52 ALL TESTS PASSED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400"/>
              </a:spcBef>
              <a:defRPr sz="1800" b="1">
                <a:solidFill>
                  <a:srgbClr val="1B1B2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What's Next: Our Implementation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DONE (Phase 1a)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Study BMI spec (bmi.f90)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Study Heat Model example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Build &amp; test bmi-example-fortran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Study SCHISM BMI approach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Compile WRF-Hydro v5.4.0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Run Croton NY test case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Study WRF-Hydro internals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2ECC71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Create 8 documentation 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9728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NEXT (Phase 1b)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Identify 5-10 WRF-Hydro variables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Map to CSDMS Standard Names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Refactor time loop (IRF pattern)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Write bmi_wrf_hydro.f90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Implement 41 BMI functions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Compile as libwrfhydro_bmi.so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Write Fortran test driver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F39C12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Validate against standalone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188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FUTURE (Phase 2-4)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4592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Babelize WRF-Hydro (pymt_wrfhydro)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Babelize SCHISM (pymt_schism)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Register PyMT plugins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Run bmi-tester on both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Write coupling script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Grid mapping (1km -&gt; triangles)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Time synchronization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9B59B6"/>
                </a:solidFill>
                <a:latin typeface="Calibri"/>
              </a:rPr>
              <a:t>▸ </a:t>
            </a:r>
            <a:r>
              <a:rPr sz="1200">
                <a:solidFill>
                  <a:srgbClr val="BDBDBD"/>
                </a:solidFill>
                <a:latin typeface="Calibri"/>
              </a:rPr>
              <a:t>Compound flooding case study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25400">
            <a:solidFill>
              <a:srgbClr val="4EC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9F0"/>
                </a:solidFill>
                <a:latin typeface="Calibri"/>
              </a:defRPr>
            </a:pPr>
            <a:r>
              <a:t>SCHISM: Inline #ifdef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Calibri"/>
              </a:defRPr>
            </a:pPr>
            <a:r>
              <a:t>Works because SCHISM is simple:</a:t>
            </a:r>
            <a:br/>
            <a:r>
              <a:t>single grid, shallow nesting,</a:t>
            </a:r>
            <a:br/>
            <a:r>
              <a:t>already has init/step/finalize.</a:t>
            </a:r>
            <a:br/>
            <a:r>
              <a:t>Only ~5 #ifdef blocks in 3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Calibri"/>
              </a:defRPr>
            </a:pPr>
            <a:r>
              <a:t>WRF-Hydro: Separate Wrapper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Calibri"/>
              </a:defRPr>
            </a:pPr>
            <a:r>
              <a:t>Required because WRF-Hydro is complex:</a:t>
            </a:r>
            <a:br/>
            <a:r>
              <a:t>3 grids, 5-level nesting, 235 files,</a:t>
            </a:r>
            <a:br/>
            <a:r>
              <a:t>5 phases per timestep.</a:t>
            </a:r>
            <a:br/>
            <a:r>
              <a:t>We'll write bmi_wrf_hydro.f90 (~800 lines).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286000"/>
            <a:ext cx="3566160" cy="3200400"/>
          </a:xfrm>
          <a:prstGeom prst="roundRect">
            <a:avLst>
              <a:gd name="adj" fmla="val 5000"/>
            </a:avLst>
          </a:prstGeom>
          <a:solidFill>
            <a:srgbClr val="1E2A3A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BMI Heat = Our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1089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BDBD"/>
                </a:solidFill>
                <a:latin typeface="Calibri"/>
              </a:defRPr>
            </a:pPr>
            <a:r>
              <a:t>935-line template shows every pattern:</a:t>
            </a:r>
            <a:br/>
            <a:r>
              <a:t>type extension, select case dispatch,</a:t>
            </a:r>
            <a:br/>
            <a:r>
              <a:t>reshape flattening, zero-copy pointers.</a:t>
            </a:r>
            <a:br/>
            <a:r>
              <a:t>52/52 tests pass in our environment.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6803136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4EC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F8C8D"/>
                </a:solidFill>
                <a:latin typeface="Calibri"/>
              </a:defRPr>
            </a:pPr>
            <a:r>
              <a:t>WRF-Hydro BMI Project — Phase 1 Progress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